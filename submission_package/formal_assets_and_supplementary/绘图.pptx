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05" r:id="rId3"/>
    <p:sldId id="302" r:id="rId4"/>
    <p:sldId id="312" r:id="rId5"/>
    <p:sldId id="313" r:id="rId6"/>
    <p:sldId id="301" r:id="rId7"/>
    <p:sldId id="303" r:id="rId8"/>
    <p:sldId id="304" r:id="rId9"/>
    <p:sldId id="306" r:id="rId10"/>
    <p:sldId id="307" r:id="rId11"/>
    <p:sldId id="308" r:id="rId12"/>
    <p:sldId id="311" r:id="rId13"/>
    <p:sldId id="310" r:id="rId14"/>
    <p:sldId id="309" r:id="rId1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3E1"/>
    <a:srgbClr val="5BA776"/>
    <a:srgbClr val="F9F9F9"/>
    <a:srgbClr val="A0B7E1"/>
    <a:srgbClr val="F9D9C3"/>
    <a:srgbClr val="F9D5BD"/>
    <a:srgbClr val="F6C09C"/>
    <a:srgbClr val="DBE3D6"/>
    <a:srgbClr val="F1EFF0"/>
    <a:srgbClr val="DBE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61" autoAdjust="0"/>
  </p:normalViewPr>
  <p:slideViewPr>
    <p:cSldViewPr snapToGrid="0" showGuides="1">
      <p:cViewPr>
        <p:scale>
          <a:sx n="125" d="100"/>
          <a:sy n="125" d="100"/>
        </p:scale>
        <p:origin x="1296" y="-2550"/>
      </p:cViewPr>
      <p:guideLst>
        <p:guide orient="horz" pos="3840"/>
        <p:guide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CD10A-0F01-490E-9D97-1C1808EBB52E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4663B-C913-4AB5-8EF7-CE200D96F8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94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B66A-B7E5-2426-7E95-385588A0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76B95F-CCAB-3817-7CFC-0A7B5A472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E45F4B-BF1F-B611-527D-94B19F025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D2E67C-FB63-CF00-F951-B3098CC27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2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84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DC77-7B8F-0F3E-C54C-F8675FA7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CD124D-7A4A-0201-DE25-C8BB32E4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EC96-0FBD-06EF-993C-A43022428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30E164-A1FB-CF98-472F-362035478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40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A8BA-4829-93FD-4B8D-27F5CCED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16A320-98F1-C098-5361-0A6758164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401D00-17EE-7994-F834-C500F6EE9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2CCB77-990E-C869-99E3-DE80F6C98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638F5-58AB-4107-AB1D-8170665ECE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500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48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00A7-F987-5AE7-F0B2-484177B6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643D1A-E615-9C8F-690B-CBB9368F3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E3BCB9-8C4B-A55E-A233-675553333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E632AD-6967-AB30-6F2B-7AA2D4AFE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91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5C5A-38ED-EE1A-CDCA-348FD6C9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B9BFAF-6A25-86B1-E51B-5CF78EFD1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6158A8-2E09-6D4F-5CCA-3E309F694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19E875-83F2-6871-9EF0-7561F8F0C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843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2F79-415E-E303-E734-78DC6912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9DE0ED-6A1A-7D0B-146E-8C81E9F38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8FEC71-94AC-3CD6-AAE9-940AAFF5E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5C28E-576B-B287-D730-31FAA1BB5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358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E385-E4A6-DF85-C0AE-DD66C138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3F11EC-B901-304D-1FCB-3261DE47A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E01613-46E2-8727-416B-FB2855749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3FCBED-36F1-8F35-6767-4AEFAA42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3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10CC-C22A-6E60-EB05-F9F39406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959C13-20C0-F570-0630-855D43DEE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F72602-A24A-CA78-B109-FE1171F09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0F487-B24B-C783-CD6F-A34BCED07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928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7D80-2A26-901D-B016-B4DAEC15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3B4912-7B47-5576-618D-60C26F4D3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69B78D-DACB-B1C6-F027-3EA9E6ED7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AC3B1D-2912-3F16-6FC6-E1B474DFC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274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A4A7-AC3E-A0B7-A446-752F45C4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43115D-103B-978E-F5BF-CB0E0C35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A84720-EC3F-2C7A-31ED-CE046C264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81972-2E18-EF48-3B8B-29C76B9C2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4663B-C913-4AB5-8EF7-CE200D96F83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99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2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1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97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9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29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8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59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23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42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2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00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87053-8CA6-4FD5-934E-477A4171D38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137BE-333D-4A79-990A-E493E7850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14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610DD2B-316C-C9D3-0AF3-10EFD2E3F6C2}"/>
              </a:ext>
            </a:extLst>
          </p:cNvPr>
          <p:cNvGrpSpPr/>
          <p:nvPr/>
        </p:nvGrpSpPr>
        <p:grpSpPr>
          <a:xfrm>
            <a:off x="404154" y="4366188"/>
            <a:ext cx="578072" cy="205993"/>
            <a:chOff x="6754757" y="4541490"/>
            <a:chExt cx="1474707" cy="92659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AC8A031-2FFB-B2DE-09A7-9B368CEE665F}"/>
                </a:ext>
              </a:extLst>
            </p:cNvPr>
            <p:cNvSpPr/>
            <p:nvPr/>
          </p:nvSpPr>
          <p:spPr>
            <a:xfrm>
              <a:off x="6789464" y="4542882"/>
              <a:ext cx="1440000" cy="925198"/>
            </a:xfrm>
            <a:prstGeom prst="rect">
              <a:avLst/>
            </a:prstGeom>
            <a:solidFill>
              <a:srgbClr val="ADD5F9">
                <a:alpha val="64706"/>
              </a:srgb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C470787-2F99-1605-985B-8437E4760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754757" y="4541490"/>
              <a:ext cx="1440000" cy="92659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3727757-A6BD-E5C8-04B5-679119F1E5A8}"/>
              </a:ext>
            </a:extLst>
          </p:cNvPr>
          <p:cNvGrpSpPr/>
          <p:nvPr/>
        </p:nvGrpSpPr>
        <p:grpSpPr>
          <a:xfrm>
            <a:off x="152100" y="4341829"/>
            <a:ext cx="231122" cy="303835"/>
            <a:chOff x="4715180" y="3420085"/>
            <a:chExt cx="849074" cy="111619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AA0B2A9-3275-1363-5BD6-E5EA0A35A585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628570EE-2ECE-C8F3-A724-6C80AE322FDA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508F96A6-A9C9-8013-F925-836C17DD6E2D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D35F747-07A6-ECFA-51B6-B52DB499CC3A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EAD9E668-D3B9-9034-4DCD-8CD9B54552CA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4A74143-4F32-57D1-7014-A20FBC93BE8A}"/>
              </a:ext>
            </a:extLst>
          </p:cNvPr>
          <p:cNvSpPr txBox="1"/>
          <p:nvPr/>
        </p:nvSpPr>
        <p:spPr>
          <a:xfrm>
            <a:off x="457535" y="4555837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1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0D919E1-A292-CF59-5D75-0DB53E669045}"/>
              </a:ext>
            </a:extLst>
          </p:cNvPr>
          <p:cNvGrpSpPr/>
          <p:nvPr/>
        </p:nvGrpSpPr>
        <p:grpSpPr>
          <a:xfrm>
            <a:off x="404154" y="4882082"/>
            <a:ext cx="578073" cy="205993"/>
            <a:chOff x="6754755" y="4541490"/>
            <a:chExt cx="1474709" cy="92659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7957746-E4CB-6C59-B85B-D6DB1F62B4A4}"/>
                </a:ext>
              </a:extLst>
            </p:cNvPr>
            <p:cNvSpPr/>
            <p:nvPr/>
          </p:nvSpPr>
          <p:spPr>
            <a:xfrm>
              <a:off x="6789464" y="4542882"/>
              <a:ext cx="1440000" cy="925198"/>
            </a:xfrm>
            <a:prstGeom prst="rect">
              <a:avLst/>
            </a:prstGeom>
            <a:solidFill>
              <a:srgbClr val="ADD5F9">
                <a:alpha val="64706"/>
              </a:srgb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97CE2AD-3647-7B1A-DB59-2DB3E5E8A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754755" y="4541490"/>
              <a:ext cx="1440000" cy="92659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15E3828C-1137-7097-FFDD-D8C66A325633}"/>
              </a:ext>
            </a:extLst>
          </p:cNvPr>
          <p:cNvSpPr txBox="1"/>
          <p:nvPr/>
        </p:nvSpPr>
        <p:spPr>
          <a:xfrm>
            <a:off x="457535" y="5071732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2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396B3E-EB80-858F-B69B-410F3971D9E4}"/>
              </a:ext>
            </a:extLst>
          </p:cNvPr>
          <p:cNvGrpSpPr/>
          <p:nvPr/>
        </p:nvGrpSpPr>
        <p:grpSpPr>
          <a:xfrm>
            <a:off x="1235051" y="4366188"/>
            <a:ext cx="202500" cy="721884"/>
            <a:chOff x="4542622" y="1325781"/>
            <a:chExt cx="360000" cy="169184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9E2191A-1352-CFB6-8D87-68977CA153E2}"/>
                </a:ext>
              </a:extLst>
            </p:cNvPr>
            <p:cNvSpPr/>
            <p:nvPr/>
          </p:nvSpPr>
          <p:spPr>
            <a:xfrm rot="16200000">
              <a:off x="3882344" y="1986059"/>
              <a:ext cx="1680555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49804"/>
              </a:schemeClr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25400" dist="25400" dir="81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67B6D5A-8981-3B60-7768-D8B6187A0565}"/>
                </a:ext>
              </a:extLst>
            </p:cNvPr>
            <p:cNvSpPr txBox="1"/>
            <p:nvPr/>
          </p:nvSpPr>
          <p:spPr>
            <a:xfrm rot="16200000">
              <a:off x="3884020" y="2002937"/>
              <a:ext cx="1680554" cy="34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EB04099-CC15-FFD3-16A0-BD1A3248488C}"/>
              </a:ext>
            </a:extLst>
          </p:cNvPr>
          <p:cNvGrpSpPr/>
          <p:nvPr/>
        </p:nvGrpSpPr>
        <p:grpSpPr>
          <a:xfrm>
            <a:off x="152100" y="4835004"/>
            <a:ext cx="231122" cy="303835"/>
            <a:chOff x="4715180" y="3420085"/>
            <a:chExt cx="849074" cy="1116197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E46F6C5-6EF0-4019-3EC1-2BC32973C421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897F5456-6E2E-E44B-A740-C970CB69D374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F9A76036-5DC0-C28E-B98B-42685D8C6791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6280807E-1217-4587-5700-C7CEEFA9CB22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93710B0E-7311-2F67-8812-993C6AB09287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6BF2735-F128-CF86-8DC3-8229FAD6CF30}"/>
              </a:ext>
            </a:extLst>
          </p:cNvPr>
          <p:cNvCxnSpPr>
            <a:cxnSpLocks/>
          </p:cNvCxnSpPr>
          <p:nvPr/>
        </p:nvCxnSpPr>
        <p:spPr>
          <a:xfrm flipV="1">
            <a:off x="1018909" y="4467474"/>
            <a:ext cx="162000" cy="1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F9FF016-2AA1-A71D-DE71-36D58BB4587B}"/>
              </a:ext>
            </a:extLst>
          </p:cNvPr>
          <p:cNvCxnSpPr>
            <a:cxnSpLocks/>
          </p:cNvCxnSpPr>
          <p:nvPr/>
        </p:nvCxnSpPr>
        <p:spPr>
          <a:xfrm>
            <a:off x="1018909" y="4992214"/>
            <a:ext cx="1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AB771A1-247D-24E1-B71C-5ED4D42448DC}"/>
              </a:ext>
            </a:extLst>
          </p:cNvPr>
          <p:cNvSpPr txBox="1"/>
          <p:nvPr/>
        </p:nvSpPr>
        <p:spPr>
          <a:xfrm>
            <a:off x="549993" y="4674488"/>
            <a:ext cx="39626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13" b="1"/>
              <a:t>……</a:t>
            </a:r>
            <a:endParaRPr lang="zh-CN" altLang="en-US" sz="1013" b="1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C856F03-F27A-A4C5-0FC2-5685BB122CD0}"/>
              </a:ext>
            </a:extLst>
          </p:cNvPr>
          <p:cNvCxnSpPr>
            <a:cxnSpLocks/>
          </p:cNvCxnSpPr>
          <p:nvPr/>
        </p:nvCxnSpPr>
        <p:spPr>
          <a:xfrm>
            <a:off x="1458982" y="4711649"/>
            <a:ext cx="1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5DDBF25-C1AF-59AC-9032-72E7D0482060}"/>
              </a:ext>
            </a:extLst>
          </p:cNvPr>
          <p:cNvGrpSpPr/>
          <p:nvPr/>
        </p:nvGrpSpPr>
        <p:grpSpPr>
          <a:xfrm>
            <a:off x="1642413" y="4608653"/>
            <a:ext cx="579150" cy="205993"/>
            <a:chOff x="6754757" y="4541485"/>
            <a:chExt cx="1474709" cy="926598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993CB2B-F0F9-0978-D329-9CB9D2C4BB9C}"/>
                </a:ext>
              </a:extLst>
            </p:cNvPr>
            <p:cNvSpPr/>
            <p:nvPr/>
          </p:nvSpPr>
          <p:spPr>
            <a:xfrm>
              <a:off x="6789466" y="4542886"/>
              <a:ext cx="1440000" cy="925197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270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0E40081B-4E87-ED56-5BDA-A8DA55BBC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754757" y="4541485"/>
              <a:ext cx="1440000" cy="92659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1C25672D-6741-16E8-3950-62BCF9D9EEC3}"/>
              </a:ext>
            </a:extLst>
          </p:cNvPr>
          <p:cNvSpPr txBox="1"/>
          <p:nvPr/>
        </p:nvSpPr>
        <p:spPr>
          <a:xfrm>
            <a:off x="1675279" y="4778362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2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FF7AC13-FB3B-5C45-BFF6-1EC2F679573B}"/>
              </a:ext>
            </a:extLst>
          </p:cNvPr>
          <p:cNvCxnSpPr>
            <a:cxnSpLocks/>
          </p:cNvCxnSpPr>
          <p:nvPr/>
        </p:nvCxnSpPr>
        <p:spPr>
          <a:xfrm>
            <a:off x="2256225" y="4711649"/>
            <a:ext cx="1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0F47F5A-077F-48BD-BB7C-7F05718F4E7E}"/>
              </a:ext>
            </a:extLst>
          </p:cNvPr>
          <p:cNvGrpSpPr/>
          <p:nvPr/>
        </p:nvGrpSpPr>
        <p:grpSpPr>
          <a:xfrm rot="5400000">
            <a:off x="2528531" y="4342448"/>
            <a:ext cx="517674" cy="721884"/>
            <a:chOff x="4542622" y="1325781"/>
            <a:chExt cx="360000" cy="169184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2901B47-3226-1A36-81DD-294CF2D649D2}"/>
                </a:ext>
              </a:extLst>
            </p:cNvPr>
            <p:cNvSpPr/>
            <p:nvPr/>
          </p:nvSpPr>
          <p:spPr>
            <a:xfrm rot="16200000">
              <a:off x="3882344" y="1986059"/>
              <a:ext cx="1680555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49804"/>
              </a:schemeClr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25400" dist="25400" dir="81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A5698E6-8CE8-42C0-9430-447F9DC00544}"/>
                </a:ext>
              </a:extLst>
            </p:cNvPr>
            <p:cNvSpPr txBox="1"/>
            <p:nvPr/>
          </p:nvSpPr>
          <p:spPr>
            <a:xfrm rot="16200000">
              <a:off x="3886044" y="2073002"/>
              <a:ext cx="1680554" cy="208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</a:t>
              </a:r>
            </a:p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9" name="图片 58">
            <a:extLst>
              <a:ext uri="{FF2B5EF4-FFF2-40B4-BE49-F238E27FC236}">
                <a16:creationId xmlns:a16="http://schemas.microsoft.com/office/drawing/2014/main" id="{C6D4ED9E-697A-AB60-3C03-D20BF395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2122" y="5140232"/>
            <a:ext cx="7135926" cy="261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4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EDE3-3ED5-B6F9-C014-D9082FA4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文本框 82">
            <a:extLst>
              <a:ext uri="{FF2B5EF4-FFF2-40B4-BE49-F238E27FC236}">
                <a16:creationId xmlns:a16="http://schemas.microsoft.com/office/drawing/2014/main" id="{46837ED5-A974-4C33-97AE-307AC76698EE}"/>
              </a:ext>
            </a:extLst>
          </p:cNvPr>
          <p:cNvSpPr txBox="1"/>
          <p:nvPr/>
        </p:nvSpPr>
        <p:spPr>
          <a:xfrm>
            <a:off x="5587844" y="13127371"/>
            <a:ext cx="184731" cy="2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731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8AB824-29CD-DF84-CEBE-CB3BB0562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80" y="2996551"/>
            <a:ext cx="2547640" cy="33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3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C501-1FA1-D63A-9902-F4F14BD7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269A911-D2C4-1227-75F6-7BC54E00CA3F}"/>
              </a:ext>
            </a:extLst>
          </p:cNvPr>
          <p:cNvGrpSpPr/>
          <p:nvPr/>
        </p:nvGrpSpPr>
        <p:grpSpPr>
          <a:xfrm>
            <a:off x="129540" y="3595065"/>
            <a:ext cx="6598920" cy="5001870"/>
            <a:chOff x="701040" y="3603075"/>
            <a:chExt cx="5379720" cy="4970669"/>
          </a:xfrm>
        </p:grpSpPr>
        <p:sp>
          <p:nvSpPr>
            <p:cNvPr id="308" name="矩形: 圆角 307">
              <a:extLst>
                <a:ext uri="{FF2B5EF4-FFF2-40B4-BE49-F238E27FC236}">
                  <a16:creationId xmlns:a16="http://schemas.microsoft.com/office/drawing/2014/main" id="{D416270F-24D2-8AAC-D939-C8A3115DC642}"/>
                </a:ext>
              </a:extLst>
            </p:cNvPr>
            <p:cNvSpPr/>
            <p:nvPr/>
          </p:nvSpPr>
          <p:spPr>
            <a:xfrm>
              <a:off x="701040" y="7609030"/>
              <a:ext cx="5379720" cy="96471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43000"/>
              </a:schemeClr>
            </a:solidFill>
            <a:ln w="19050">
              <a:solidFill>
                <a:schemeClr val="accent1">
                  <a:lumMod val="75000"/>
                  <a:alpha val="4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31F2893-22D2-8C6B-5373-CFF4968F8DFD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4" t="10642" r="56027" b="17368"/>
            <a:stretch>
              <a:fillRect/>
            </a:stretch>
          </p:blipFill>
          <p:spPr>
            <a:xfrm>
              <a:off x="1073570" y="7837584"/>
              <a:ext cx="1215000" cy="607500"/>
            </a:xfrm>
            <a:prstGeom prst="rect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</p:pic>
        <p:sp>
          <p:nvSpPr>
            <p:cNvPr id="307" name="矩形: 圆角 306">
              <a:extLst>
                <a:ext uri="{FF2B5EF4-FFF2-40B4-BE49-F238E27FC236}">
                  <a16:creationId xmlns:a16="http://schemas.microsoft.com/office/drawing/2014/main" id="{ACAB1210-0E03-00F0-1223-68E43F971321}"/>
                </a:ext>
              </a:extLst>
            </p:cNvPr>
            <p:cNvSpPr/>
            <p:nvPr/>
          </p:nvSpPr>
          <p:spPr>
            <a:xfrm>
              <a:off x="701040" y="3603075"/>
              <a:ext cx="5379720" cy="96471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43000"/>
              </a:schemeClr>
            </a:solidFill>
            <a:ln w="19050">
              <a:solidFill>
                <a:schemeClr val="accent2">
                  <a:lumMod val="50000"/>
                  <a:alpha val="4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矩形: 圆角 305">
              <a:extLst>
                <a:ext uri="{FF2B5EF4-FFF2-40B4-BE49-F238E27FC236}">
                  <a16:creationId xmlns:a16="http://schemas.microsoft.com/office/drawing/2014/main" id="{E02914A6-3517-0815-8837-C4529FF3C980}"/>
                </a:ext>
              </a:extLst>
            </p:cNvPr>
            <p:cNvSpPr/>
            <p:nvPr/>
          </p:nvSpPr>
          <p:spPr>
            <a:xfrm>
              <a:off x="701040" y="4808220"/>
              <a:ext cx="5379720" cy="2542713"/>
            </a:xfrm>
            <a:prstGeom prst="roundRect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solidFill>
                <a:schemeClr val="bg2">
                  <a:lumMod val="25000"/>
                  <a:alpha val="4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3FC1EBC-5972-528C-B57A-EB425E948200}"/>
                </a:ext>
              </a:extLst>
            </p:cNvPr>
            <p:cNvGrpSpPr/>
            <p:nvPr/>
          </p:nvGrpSpPr>
          <p:grpSpPr>
            <a:xfrm>
              <a:off x="911143" y="6264264"/>
              <a:ext cx="1133999" cy="588658"/>
              <a:chOff x="4069228" y="6380174"/>
              <a:chExt cx="1833346" cy="992240"/>
            </a:xfrm>
          </p:grpSpPr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8A782C22-7B2B-35DD-B7FE-F2FCF8CD1CD6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9" t="2229" r="42749" b="56930"/>
              <a:stretch>
                <a:fillRect/>
              </a:stretch>
            </p:blipFill>
            <p:spPr>
              <a:xfrm>
                <a:off x="4282007" y="6760414"/>
                <a:ext cx="1379130" cy="6120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094AE603-967C-0557-8ED3-C5FC02D22E62}"/>
                  </a:ext>
                </a:extLst>
              </p:cNvPr>
              <p:cNvSpPr txBox="1"/>
              <p:nvPr/>
            </p:nvSpPr>
            <p:spPr>
              <a:xfrm>
                <a:off x="4069228" y="6380174"/>
                <a:ext cx="1833346" cy="337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Speed Input</a:t>
                </a:r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8D74BC8-79A3-885E-D3E4-515DD45F40A8}"/>
                </a:ext>
              </a:extLst>
            </p:cNvPr>
            <p:cNvGrpSpPr/>
            <p:nvPr/>
          </p:nvGrpSpPr>
          <p:grpSpPr>
            <a:xfrm>
              <a:off x="905896" y="5059071"/>
              <a:ext cx="1144494" cy="588658"/>
              <a:chOff x="1470011" y="6380175"/>
              <a:chExt cx="1850313" cy="992240"/>
            </a:xfrm>
          </p:grpSpPr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EB8EDA6A-B2A0-6561-D145-2A076EB53FD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1" t="57704" r="42918" b="3769"/>
              <a:stretch>
                <a:fillRect/>
              </a:stretch>
            </p:blipFill>
            <p:spPr>
              <a:xfrm>
                <a:off x="1691272" y="6760415"/>
                <a:ext cx="1387472" cy="6120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618DD8E7-8824-0962-9B7F-E8C648F69CF9}"/>
                  </a:ext>
                </a:extLst>
              </p:cNvPr>
              <p:cNvSpPr txBox="1"/>
              <p:nvPr/>
            </p:nvSpPr>
            <p:spPr>
              <a:xfrm>
                <a:off x="1470011" y="6380175"/>
                <a:ext cx="1850313" cy="337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 Input</a:t>
                </a:r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7702B90-78FE-82D2-7E3F-C19BD718FBE2}"/>
                </a:ext>
              </a:extLst>
            </p:cNvPr>
            <p:cNvGrpSpPr/>
            <p:nvPr/>
          </p:nvGrpSpPr>
          <p:grpSpPr>
            <a:xfrm>
              <a:off x="4836067" y="6266121"/>
              <a:ext cx="1130134" cy="586802"/>
              <a:chOff x="-211802" y="-597761"/>
              <a:chExt cx="1827097" cy="989112"/>
            </a:xfrm>
          </p:grpSpPr>
          <p:pic>
            <p:nvPicPr>
              <p:cNvPr id="110" name="图片 109">
                <a:extLst>
                  <a:ext uri="{FF2B5EF4-FFF2-40B4-BE49-F238E27FC236}">
                    <a16:creationId xmlns:a16="http://schemas.microsoft.com/office/drawing/2014/main" id="{212A449D-F8E9-E762-F900-780014D188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204" t="3438" r="28619" b="56007"/>
              <a:stretch>
                <a:fillRect/>
              </a:stretch>
            </p:blipFill>
            <p:spPr>
              <a:xfrm>
                <a:off x="-12576" y="-220649"/>
                <a:ext cx="1449852" cy="6120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B85373E1-836E-237B-9EEE-20F0D47A7096}"/>
                  </a:ext>
                </a:extLst>
              </p:cNvPr>
              <p:cNvSpPr txBox="1"/>
              <p:nvPr/>
            </p:nvSpPr>
            <p:spPr>
              <a:xfrm>
                <a:off x="-211802" y="-597761"/>
                <a:ext cx="1827097" cy="337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Speed Output</a:t>
                </a:r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FB243E6-AE9E-DF64-11D8-F990BFD5C71E}"/>
                </a:ext>
              </a:extLst>
            </p:cNvPr>
            <p:cNvGrpSpPr/>
            <p:nvPr/>
          </p:nvGrpSpPr>
          <p:grpSpPr>
            <a:xfrm>
              <a:off x="4840993" y="5055554"/>
              <a:ext cx="1128243" cy="592176"/>
              <a:chOff x="-2926945" y="-597761"/>
              <a:chExt cx="1824039" cy="998170"/>
            </a:xfrm>
          </p:grpSpPr>
          <p:pic>
            <p:nvPicPr>
              <p:cNvPr id="108" name="图片 107">
                <a:extLst>
                  <a:ext uri="{FF2B5EF4-FFF2-40B4-BE49-F238E27FC236}">
                    <a16:creationId xmlns:a16="http://schemas.microsoft.com/office/drawing/2014/main" id="{FE5D2B70-8F42-1E19-526A-3B3C5ACF3BDF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586" t="54333" r="28618" b="3438"/>
              <a:stretch>
                <a:fillRect/>
              </a:stretch>
            </p:blipFill>
            <p:spPr>
              <a:xfrm>
                <a:off x="-2735683" y="-211591"/>
                <a:ext cx="1449852" cy="61200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663149F-219C-BC3F-036E-C60B542E3756}"/>
                  </a:ext>
                </a:extLst>
              </p:cNvPr>
              <p:cNvSpPr txBox="1"/>
              <p:nvPr/>
            </p:nvSpPr>
            <p:spPr>
              <a:xfrm>
                <a:off x="-2926945" y="-597761"/>
                <a:ext cx="1824039" cy="337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 Output</a:t>
                </a:r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2FBCDD8-9675-737A-BEB9-7DE6E7239682}"/>
                </a:ext>
              </a:extLst>
            </p:cNvPr>
            <p:cNvSpPr/>
            <p:nvPr/>
          </p:nvSpPr>
          <p:spPr>
            <a:xfrm rot="16200000" flipV="1">
              <a:off x="2726315" y="4301726"/>
              <a:ext cx="939740" cy="2313659"/>
            </a:xfrm>
            <a:prstGeom prst="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F09432D-1167-3DB6-25D1-EE982418C5DE}"/>
                </a:ext>
              </a:extLst>
            </p:cNvPr>
            <p:cNvSpPr/>
            <p:nvPr/>
          </p:nvSpPr>
          <p:spPr>
            <a:xfrm rot="16200000" flipV="1">
              <a:off x="2726315" y="5499564"/>
              <a:ext cx="939740" cy="2313659"/>
            </a:xfrm>
            <a:prstGeom prst="rect">
              <a:avLst/>
            </a:prstGeom>
            <a:solidFill>
              <a:srgbClr val="F9F9F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4EECAAA-0C84-0B72-1316-48555AA2E4A0}"/>
                </a:ext>
              </a:extLst>
            </p:cNvPr>
            <p:cNvSpPr/>
            <p:nvPr/>
          </p:nvSpPr>
          <p:spPr>
            <a:xfrm rot="16200000" flipV="1">
              <a:off x="1952110" y="6516812"/>
              <a:ext cx="784735" cy="287102"/>
            </a:xfrm>
            <a:prstGeom prst="rect">
              <a:avLst/>
            </a:prstGeom>
            <a:solidFill>
              <a:srgbClr val="BCD6E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Decomposition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E90227F-7580-FD02-BB74-2AAF6706C827}"/>
                </a:ext>
              </a:extLst>
            </p:cNvPr>
            <p:cNvSpPr/>
            <p:nvPr/>
          </p:nvSpPr>
          <p:spPr>
            <a:xfrm rot="16200000" flipV="1">
              <a:off x="2391034" y="6516812"/>
              <a:ext cx="784735" cy="287102"/>
            </a:xfrm>
            <a:prstGeom prst="rect">
              <a:avLst/>
            </a:prstGeom>
            <a:solidFill>
              <a:srgbClr val="9DC3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Common Speed Extraction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8EB493-2B2F-55CC-E771-737365B9B410}"/>
                </a:ext>
              </a:extLst>
            </p:cNvPr>
            <p:cNvSpPr/>
            <p:nvPr/>
          </p:nvSpPr>
          <p:spPr>
            <a:xfrm rot="16200000" flipV="1">
              <a:off x="2829959" y="6516812"/>
              <a:ext cx="784735" cy="287102"/>
            </a:xfrm>
            <a:prstGeom prst="rect">
              <a:avLst/>
            </a:prstGeom>
            <a:solidFill>
              <a:srgbClr val="5B9BD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Attention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F4691E8-3DE1-7991-BDA6-433EC795E994}"/>
                </a:ext>
              </a:extLst>
            </p:cNvPr>
            <p:cNvSpPr/>
            <p:nvPr/>
          </p:nvSpPr>
          <p:spPr>
            <a:xfrm rot="16200000" flipV="1">
              <a:off x="3273610" y="6516812"/>
              <a:ext cx="784735" cy="287102"/>
            </a:xfrm>
            <a:prstGeom prst="rect">
              <a:avLst/>
            </a:prstGeom>
            <a:solidFill>
              <a:srgbClr val="B9D3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Common</a:t>
              </a:r>
            </a:p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Speed Head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725BBBF-68D6-7785-A77F-D41F0EAEF415}"/>
                </a:ext>
              </a:extLst>
            </p:cNvPr>
            <p:cNvSpPr/>
            <p:nvPr/>
          </p:nvSpPr>
          <p:spPr>
            <a:xfrm rot="16200000" flipV="1">
              <a:off x="1952109" y="5320109"/>
              <a:ext cx="784735" cy="287102"/>
            </a:xfrm>
            <a:prstGeom prst="rect">
              <a:avLst/>
            </a:prstGeom>
            <a:solidFill>
              <a:srgbClr val="F9D9C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Circular Encoding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C20FE3D-5CF3-D9E2-35AB-C3FB092635EA}"/>
                </a:ext>
              </a:extLst>
            </p:cNvPr>
            <p:cNvSpPr/>
            <p:nvPr/>
          </p:nvSpPr>
          <p:spPr>
            <a:xfrm rot="16200000" flipV="1">
              <a:off x="2391034" y="5320109"/>
              <a:ext cx="784735" cy="287102"/>
            </a:xfrm>
            <a:prstGeom prst="rect">
              <a:avLst/>
            </a:prstGeom>
            <a:solidFill>
              <a:srgbClr val="F6C09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Patch Embedding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7F24DAC-6046-45BD-A316-99E367185652}"/>
                </a:ext>
              </a:extLst>
            </p:cNvPr>
            <p:cNvSpPr/>
            <p:nvPr/>
          </p:nvSpPr>
          <p:spPr>
            <a:xfrm rot="16200000" flipV="1">
              <a:off x="2829959" y="5320109"/>
              <a:ext cx="784735" cy="28710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Patch Attention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D8D08D0-53AF-A455-8DE6-05927291163F}"/>
                </a:ext>
              </a:extLst>
            </p:cNvPr>
            <p:cNvSpPr/>
            <p:nvPr/>
          </p:nvSpPr>
          <p:spPr>
            <a:xfrm rot="16200000" flipV="1">
              <a:off x="3268883" y="5320109"/>
              <a:ext cx="784735" cy="287102"/>
            </a:xfrm>
            <a:prstGeom prst="rect">
              <a:avLst/>
            </a:prstGeom>
            <a:solidFill>
              <a:srgbClr val="F9D5B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Direction Head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84933A2-2D6A-CEC0-B56E-D97A7F77ACA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05225" y="6586815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7B86FE3-8D12-EA9B-7C1B-929E0163FB5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48877" y="6586815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0275F3E9-B95B-ACE7-C870-8C4CFBD8611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83076" y="6586815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4CB4F78F-D312-2091-B128-02FC8B498B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61576" y="5381036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DCC7553C-7812-FCC0-9BA4-033620A8D4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95774" y="5381036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08CDDD70-9069-D1DD-2D1A-238FE5D39FD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50058" y="5381036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57219C94-B4E0-42B5-9DC7-7536338A25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83076" y="5381036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38652BE-98EA-DF70-8A7D-1066E14AD0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61576" y="6586815"/>
              <a:ext cx="0" cy="147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E00F07FA-3ACB-F826-A5C4-160EB1FC0BD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060917" y="6506934"/>
              <a:ext cx="0" cy="2989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CAB13928-2C32-F049-4AA0-B848293A8CD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060917" y="5305125"/>
              <a:ext cx="0" cy="2989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610AC193-E947-F418-56DA-AF097085855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387052" y="6442272"/>
              <a:ext cx="0" cy="4238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E9A7EB6-D083-B2B1-F3B3-E795A9C4F3E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3995686" y="6056370"/>
              <a:ext cx="119563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80BAA7A3-2DEA-C21B-E6A5-F13DE2892F8F}"/>
                </a:ext>
              </a:extLst>
            </p:cNvPr>
            <p:cNvCxnSpPr>
              <a:cxnSpLocks/>
            </p:cNvCxnSpPr>
            <p:nvPr/>
          </p:nvCxnSpPr>
          <p:spPr>
            <a:xfrm>
              <a:off x="4757169" y="5454584"/>
              <a:ext cx="162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A9AA7B0-6BA8-594C-29C6-08B6BB1F630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387052" y="5246639"/>
              <a:ext cx="0" cy="4238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9746BDE-E9FE-18C2-F3C3-38CEAAA56278}"/>
                </a:ext>
              </a:extLst>
            </p:cNvPr>
            <p:cNvSpPr/>
            <p:nvPr/>
          </p:nvSpPr>
          <p:spPr>
            <a:xfrm rot="16200000" flipV="1">
              <a:off x="3707808" y="6516812"/>
              <a:ext cx="784735" cy="287102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MLP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0E01AE0-7074-2FAF-77F5-50573C29747D}"/>
                </a:ext>
              </a:extLst>
            </p:cNvPr>
            <p:cNvSpPr/>
            <p:nvPr/>
          </p:nvSpPr>
          <p:spPr>
            <a:xfrm rot="16200000" flipV="1">
              <a:off x="3707808" y="5320109"/>
              <a:ext cx="784735" cy="2871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Normalization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612EAF8E-35FF-488D-A4E8-F00C97D1A194}"/>
                </a:ext>
              </a:extLst>
            </p:cNvPr>
            <p:cNvSpPr/>
            <p:nvPr/>
          </p:nvSpPr>
          <p:spPr>
            <a:xfrm rot="16200000" flipV="1">
              <a:off x="3867397" y="5902396"/>
              <a:ext cx="1492441" cy="28710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Joint Prediction Loss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05397866-5E04-1F48-BFF4-22C3F67B540B}"/>
                </a:ext>
              </a:extLst>
            </p:cNvPr>
            <p:cNvCxnSpPr>
              <a:cxnSpLocks/>
            </p:cNvCxnSpPr>
            <p:nvPr/>
          </p:nvCxnSpPr>
          <p:spPr>
            <a:xfrm>
              <a:off x="4757169" y="6660362"/>
              <a:ext cx="162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78E2ACED-9306-5769-F005-8903BFE92D42}"/>
                </a:ext>
              </a:extLst>
            </p:cNvPr>
            <p:cNvGrpSpPr/>
            <p:nvPr/>
          </p:nvGrpSpPr>
          <p:grpSpPr>
            <a:xfrm rot="16200000" flipV="1">
              <a:off x="3346169" y="5521606"/>
              <a:ext cx="168728" cy="1336329"/>
              <a:chOff x="5937248" y="3057525"/>
              <a:chExt cx="247652" cy="720725"/>
            </a:xfrm>
          </p:grpSpPr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CBBDFCBF-06BD-6552-F4A6-8E6B14DCE7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37249" y="3057525"/>
                <a:ext cx="247651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D56D37BE-9A16-5C7E-33F1-75EDBD2FBA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84900" y="3057525"/>
                <a:ext cx="0" cy="7207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8B581906-A89B-E3D0-D0DB-824C629366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37248" y="3776439"/>
                <a:ext cx="24765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0B0856AD-BFF5-DB01-8A02-19E2F3E44CA1}"/>
                </a:ext>
              </a:extLst>
            </p:cNvPr>
            <p:cNvGrpSpPr/>
            <p:nvPr/>
          </p:nvGrpSpPr>
          <p:grpSpPr>
            <a:xfrm rot="16200000">
              <a:off x="2885138" y="7621480"/>
              <a:ext cx="607500" cy="1039709"/>
              <a:chOff x="3937921" y="2242877"/>
              <a:chExt cx="1080000" cy="2372245"/>
            </a:xfrm>
          </p:grpSpPr>
          <p:pic>
            <p:nvPicPr>
              <p:cNvPr id="266" name="图片 265">
                <a:extLst>
                  <a:ext uri="{FF2B5EF4-FFF2-40B4-BE49-F238E27FC236}">
                    <a16:creationId xmlns:a16="http://schemas.microsoft.com/office/drawing/2014/main" id="{05727AA7-D850-0CFD-B9B8-7506414269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36" t="11873" r="24061" b="16137"/>
              <a:stretch>
                <a:fillRect/>
              </a:stretch>
            </p:blipFill>
            <p:spPr>
              <a:xfrm>
                <a:off x="3937921" y="2242877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  <p:pic>
            <p:nvPicPr>
              <p:cNvPr id="267" name="图片 266">
                <a:extLst>
                  <a:ext uri="{FF2B5EF4-FFF2-40B4-BE49-F238E27FC236}">
                    <a16:creationId xmlns:a16="http://schemas.microsoft.com/office/drawing/2014/main" id="{EF26F680-AAD8-105E-8DF6-5259D1B2FDD0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418" t="11873" r="32279" b="16137"/>
              <a:stretch>
                <a:fillRect/>
              </a:stretch>
            </p:blipFill>
            <p:spPr>
              <a:xfrm>
                <a:off x="3937921" y="3069000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  <p:pic>
            <p:nvPicPr>
              <p:cNvPr id="268" name="图片 267">
                <a:extLst>
                  <a:ext uri="{FF2B5EF4-FFF2-40B4-BE49-F238E27FC236}">
                    <a16:creationId xmlns:a16="http://schemas.microsoft.com/office/drawing/2014/main" id="{49E86940-935C-9256-DAB1-1824BCB2AFFB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300" t="11873" r="40393" b="16137"/>
              <a:stretch>
                <a:fillRect/>
              </a:stretch>
            </p:blipFill>
            <p:spPr>
              <a:xfrm>
                <a:off x="3937921" y="3895122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</p:grp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BBDA00C8-96BC-41ED-233A-222EB76F737E}"/>
                </a:ext>
              </a:extLst>
            </p:cNvPr>
            <p:cNvSpPr/>
            <p:nvPr/>
          </p:nvSpPr>
          <p:spPr>
            <a:xfrm>
              <a:off x="2669033" y="7918792"/>
              <a:ext cx="1039709" cy="62764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22243BEA-56A9-0DBC-4374-167C96E61AA9}"/>
                </a:ext>
              </a:extLst>
            </p:cNvPr>
            <p:cNvSpPr/>
            <p:nvPr/>
          </p:nvSpPr>
          <p:spPr>
            <a:xfrm>
              <a:off x="2669033" y="8060288"/>
              <a:ext cx="1039709" cy="62764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141878EF-3EAC-09B5-5E0B-67459E9502F9}"/>
                </a:ext>
              </a:extLst>
            </p:cNvPr>
            <p:cNvSpPr/>
            <p:nvPr/>
          </p:nvSpPr>
          <p:spPr>
            <a:xfrm>
              <a:off x="2669033" y="8293689"/>
              <a:ext cx="1039709" cy="62764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B86D0BB0-64DB-88CC-76E2-CFB42136CE00}"/>
                </a:ext>
              </a:extLst>
            </p:cNvPr>
            <p:cNvSpPr/>
            <p:nvPr/>
          </p:nvSpPr>
          <p:spPr>
            <a:xfrm>
              <a:off x="2806058" y="7918792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CEDAE900-8915-7EB8-69A7-190762F344B3}"/>
                </a:ext>
              </a:extLst>
            </p:cNvPr>
            <p:cNvSpPr/>
            <p:nvPr/>
          </p:nvSpPr>
          <p:spPr>
            <a:xfrm>
              <a:off x="3121620" y="7918792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84223C6E-EBB3-FE13-14D0-CE9704F8FEA1}"/>
                </a:ext>
              </a:extLst>
            </p:cNvPr>
            <p:cNvSpPr/>
            <p:nvPr/>
          </p:nvSpPr>
          <p:spPr>
            <a:xfrm>
              <a:off x="3517802" y="7918792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252942FE-886A-A449-5613-4C732CC7DB8F}"/>
                </a:ext>
              </a:extLst>
            </p:cNvPr>
            <p:cNvSpPr/>
            <p:nvPr/>
          </p:nvSpPr>
          <p:spPr>
            <a:xfrm>
              <a:off x="2820556" y="8062763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4DDFDE3A-EC2A-E1BC-3F40-A5C160F53969}"/>
                </a:ext>
              </a:extLst>
            </p:cNvPr>
            <p:cNvSpPr/>
            <p:nvPr/>
          </p:nvSpPr>
          <p:spPr>
            <a:xfrm>
              <a:off x="3142876" y="8062763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94CC1838-A122-294A-E4C5-D4962A4BCA01}"/>
                </a:ext>
              </a:extLst>
            </p:cNvPr>
            <p:cNvSpPr/>
            <p:nvPr/>
          </p:nvSpPr>
          <p:spPr>
            <a:xfrm>
              <a:off x="3485182" y="8065862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DCA170BF-B2A5-2354-7CFB-47AECA1DE907}"/>
                </a:ext>
              </a:extLst>
            </p:cNvPr>
            <p:cNvSpPr/>
            <p:nvPr/>
          </p:nvSpPr>
          <p:spPr>
            <a:xfrm>
              <a:off x="2820556" y="8298639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5242538F-14C5-69EF-02FD-3AC6CA6EF247}"/>
                </a:ext>
              </a:extLst>
            </p:cNvPr>
            <p:cNvSpPr/>
            <p:nvPr/>
          </p:nvSpPr>
          <p:spPr>
            <a:xfrm>
              <a:off x="3103498" y="8298639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C83F5C84-33B9-3F12-4042-8C103B06B264}"/>
                </a:ext>
              </a:extLst>
            </p:cNvPr>
            <p:cNvSpPr/>
            <p:nvPr/>
          </p:nvSpPr>
          <p:spPr>
            <a:xfrm>
              <a:off x="3568059" y="8298639"/>
              <a:ext cx="65239" cy="65239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74C9BBAE-1928-4FFB-0899-48C81FFF74BE}"/>
                </a:ext>
              </a:extLst>
            </p:cNvPr>
            <p:cNvCxnSpPr/>
            <p:nvPr/>
          </p:nvCxnSpPr>
          <p:spPr>
            <a:xfrm>
              <a:off x="1478143" y="7837584"/>
              <a:ext cx="0" cy="60750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997C9360-780D-2E9E-340A-5DBED3BBF898}"/>
                </a:ext>
              </a:extLst>
            </p:cNvPr>
            <p:cNvCxnSpPr/>
            <p:nvPr/>
          </p:nvCxnSpPr>
          <p:spPr>
            <a:xfrm>
              <a:off x="1860781" y="7837584"/>
              <a:ext cx="0" cy="60750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81EF3C5-CA83-8BB1-D79F-9E937124A6E1}"/>
                </a:ext>
              </a:extLst>
            </p:cNvPr>
            <p:cNvSpPr txBox="1"/>
            <p:nvPr/>
          </p:nvSpPr>
          <p:spPr>
            <a:xfrm>
              <a:off x="2669033" y="7664460"/>
              <a:ext cx="103970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Phases</a:t>
              </a:r>
              <a:endParaRPr lang="zh-CN" altLang="en-US" sz="7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0AF0A69B-86CD-34A6-BF65-D276B9232F55}"/>
                </a:ext>
              </a:extLst>
            </p:cNvPr>
            <p:cNvSpPr txBox="1"/>
            <p:nvPr/>
          </p:nvSpPr>
          <p:spPr>
            <a:xfrm>
              <a:off x="4061457" y="7664460"/>
              <a:ext cx="69406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tokens</a:t>
              </a:r>
              <a:endParaRPr lang="zh-CN" altLang="en-US" sz="7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412B2BB3-5348-5A04-8A37-534F1D8C3694}"/>
                </a:ext>
              </a:extLst>
            </p:cNvPr>
            <p:cNvGrpSpPr/>
            <p:nvPr/>
          </p:nvGrpSpPr>
          <p:grpSpPr>
            <a:xfrm>
              <a:off x="4121046" y="7841483"/>
              <a:ext cx="598543" cy="154618"/>
              <a:chOff x="5565322" y="2951720"/>
              <a:chExt cx="1064076" cy="274876"/>
            </a:xfrm>
          </p:grpSpPr>
          <p:sp>
            <p:nvSpPr>
              <p:cNvPr id="261" name="立方体 260">
                <a:extLst>
                  <a:ext uri="{FF2B5EF4-FFF2-40B4-BE49-F238E27FC236}">
                    <a16:creationId xmlns:a16="http://schemas.microsoft.com/office/drawing/2014/main" id="{DC4EA1F6-C6BE-F285-5879-41BA7D05537E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立方体 261">
                <a:extLst>
                  <a:ext uri="{FF2B5EF4-FFF2-40B4-BE49-F238E27FC236}">
                    <a16:creationId xmlns:a16="http://schemas.microsoft.com/office/drawing/2014/main" id="{8022D99F-03B8-79D2-790D-F2D254F37252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3" name="立方体 262">
                <a:extLst>
                  <a:ext uri="{FF2B5EF4-FFF2-40B4-BE49-F238E27FC236}">
                    <a16:creationId xmlns:a16="http://schemas.microsoft.com/office/drawing/2014/main" id="{17BB28BA-38B9-575B-58ED-BE0131E40B5A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4" name="立方体 263">
                <a:extLst>
                  <a:ext uri="{FF2B5EF4-FFF2-40B4-BE49-F238E27FC236}">
                    <a16:creationId xmlns:a16="http://schemas.microsoft.com/office/drawing/2014/main" id="{B3A0ED57-90C7-FB78-5F13-A792CC65CDAA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5" name="立方体 264">
                <a:extLst>
                  <a:ext uri="{FF2B5EF4-FFF2-40B4-BE49-F238E27FC236}">
                    <a16:creationId xmlns:a16="http://schemas.microsoft.com/office/drawing/2014/main" id="{74BBA7E7-13E1-15CB-F2D2-103351EE7578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C1E0EEF6-9064-A1C5-3D61-1762A006D20C}"/>
                </a:ext>
              </a:extLst>
            </p:cNvPr>
            <p:cNvGrpSpPr/>
            <p:nvPr/>
          </p:nvGrpSpPr>
          <p:grpSpPr>
            <a:xfrm>
              <a:off x="4121046" y="8064026"/>
              <a:ext cx="598543" cy="154618"/>
              <a:chOff x="5565322" y="2951720"/>
              <a:chExt cx="1064076" cy="274876"/>
            </a:xfrm>
          </p:grpSpPr>
          <p:sp>
            <p:nvSpPr>
              <p:cNvPr id="256" name="立方体 255">
                <a:extLst>
                  <a:ext uri="{FF2B5EF4-FFF2-40B4-BE49-F238E27FC236}">
                    <a16:creationId xmlns:a16="http://schemas.microsoft.com/office/drawing/2014/main" id="{1848B988-4769-0986-ED8C-ACAA71291C84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立方体 256">
                <a:extLst>
                  <a:ext uri="{FF2B5EF4-FFF2-40B4-BE49-F238E27FC236}">
                    <a16:creationId xmlns:a16="http://schemas.microsoft.com/office/drawing/2014/main" id="{BCE93BE8-6CDF-D97C-71E7-D6FE9305F130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8" name="立方体 257">
                <a:extLst>
                  <a:ext uri="{FF2B5EF4-FFF2-40B4-BE49-F238E27FC236}">
                    <a16:creationId xmlns:a16="http://schemas.microsoft.com/office/drawing/2014/main" id="{0DFE4892-3F5C-2246-2152-488168D2BAE7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9" name="立方体 258">
                <a:extLst>
                  <a:ext uri="{FF2B5EF4-FFF2-40B4-BE49-F238E27FC236}">
                    <a16:creationId xmlns:a16="http://schemas.microsoft.com/office/drawing/2014/main" id="{E0882096-BF49-02CC-5509-04A6BBE43A26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立方体 259">
                <a:extLst>
                  <a:ext uri="{FF2B5EF4-FFF2-40B4-BE49-F238E27FC236}">
                    <a16:creationId xmlns:a16="http://schemas.microsoft.com/office/drawing/2014/main" id="{4DB75194-82AE-CC2E-6371-29EE08BFA509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FA493406-3FDE-90BF-EB16-E1B1D9CE4266}"/>
                </a:ext>
              </a:extLst>
            </p:cNvPr>
            <p:cNvGrpSpPr/>
            <p:nvPr/>
          </p:nvGrpSpPr>
          <p:grpSpPr>
            <a:xfrm>
              <a:off x="4121046" y="8286569"/>
              <a:ext cx="598543" cy="154618"/>
              <a:chOff x="5565322" y="2951720"/>
              <a:chExt cx="1064076" cy="274876"/>
            </a:xfrm>
          </p:grpSpPr>
          <p:sp>
            <p:nvSpPr>
              <p:cNvPr id="251" name="立方体 250">
                <a:extLst>
                  <a:ext uri="{FF2B5EF4-FFF2-40B4-BE49-F238E27FC236}">
                    <a16:creationId xmlns:a16="http://schemas.microsoft.com/office/drawing/2014/main" id="{52AED3A0-92DA-E1AA-92BE-470CE1D0723A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立方体 251">
                <a:extLst>
                  <a:ext uri="{FF2B5EF4-FFF2-40B4-BE49-F238E27FC236}">
                    <a16:creationId xmlns:a16="http://schemas.microsoft.com/office/drawing/2014/main" id="{481C19F0-1274-BFA5-96D9-5C7D1C2BDB54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立方体 252">
                <a:extLst>
                  <a:ext uri="{FF2B5EF4-FFF2-40B4-BE49-F238E27FC236}">
                    <a16:creationId xmlns:a16="http://schemas.microsoft.com/office/drawing/2014/main" id="{CEADBC17-E81C-FE8B-2B3D-18E358787FFF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立方体 253">
                <a:extLst>
                  <a:ext uri="{FF2B5EF4-FFF2-40B4-BE49-F238E27FC236}">
                    <a16:creationId xmlns:a16="http://schemas.microsoft.com/office/drawing/2014/main" id="{2AA605E0-76D9-FF44-60FE-3286196B74F9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5" name="立方体 254">
                <a:extLst>
                  <a:ext uri="{FF2B5EF4-FFF2-40B4-BE49-F238E27FC236}">
                    <a16:creationId xmlns:a16="http://schemas.microsoft.com/office/drawing/2014/main" id="{1ED7EF06-9DAA-2D84-1874-130D4AF1775C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FC92802B-511A-2D8E-23B8-20E581081CCC}"/>
                </a:ext>
              </a:extLst>
            </p:cNvPr>
            <p:cNvSpPr/>
            <p:nvPr/>
          </p:nvSpPr>
          <p:spPr>
            <a:xfrm rot="10800000" flipV="1">
              <a:off x="5121181" y="7837584"/>
              <a:ext cx="694063" cy="518868"/>
            </a:xfrm>
            <a:prstGeom prst="rect">
              <a:avLst/>
            </a:prstGeom>
            <a:solidFill>
              <a:srgbClr val="A0B7E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Multi-Head</a:t>
              </a:r>
            </a:p>
            <a:p>
              <a:pPr algn="ctr"/>
              <a:r>
                <a:rPr lang="en-US" altLang="zh-CN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</a:t>
              </a:r>
              <a:endParaRPr lang="zh-CN" altLang="en-US" sz="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箭头: 右 246">
              <a:extLst>
                <a:ext uri="{FF2B5EF4-FFF2-40B4-BE49-F238E27FC236}">
                  <a16:creationId xmlns:a16="http://schemas.microsoft.com/office/drawing/2014/main" id="{233C80B9-4F1E-0E08-58F5-DCB10BB794D8}"/>
                </a:ext>
              </a:extLst>
            </p:cNvPr>
            <p:cNvSpPr/>
            <p:nvPr/>
          </p:nvSpPr>
          <p:spPr>
            <a:xfrm>
              <a:off x="2316318" y="8008221"/>
              <a:ext cx="294152" cy="229663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箭头: 右 247">
              <a:extLst>
                <a:ext uri="{FF2B5EF4-FFF2-40B4-BE49-F238E27FC236}">
                  <a16:creationId xmlns:a16="http://schemas.microsoft.com/office/drawing/2014/main" id="{9611F68A-1D42-673E-1F05-664F8804DCAA}"/>
                </a:ext>
              </a:extLst>
            </p:cNvPr>
            <p:cNvSpPr/>
            <p:nvPr/>
          </p:nvSpPr>
          <p:spPr>
            <a:xfrm>
              <a:off x="3771306" y="8008221"/>
              <a:ext cx="294152" cy="229663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箭头: 右 248">
              <a:extLst>
                <a:ext uri="{FF2B5EF4-FFF2-40B4-BE49-F238E27FC236}">
                  <a16:creationId xmlns:a16="http://schemas.microsoft.com/office/drawing/2014/main" id="{23B6F45A-BE27-E89C-BDE0-F415FC47862C}"/>
                </a:ext>
              </a:extLst>
            </p:cNvPr>
            <p:cNvSpPr/>
            <p:nvPr/>
          </p:nvSpPr>
          <p:spPr>
            <a:xfrm>
              <a:off x="4778151" y="8008221"/>
              <a:ext cx="294152" cy="229663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1E0B327-298D-B17B-FBDC-785ACD12561E}"/>
                </a:ext>
              </a:extLst>
            </p:cNvPr>
            <p:cNvSpPr txBox="1"/>
            <p:nvPr/>
          </p:nvSpPr>
          <p:spPr>
            <a:xfrm>
              <a:off x="1161216" y="7664460"/>
              <a:ext cx="103970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Speed series</a:t>
              </a:r>
              <a:endParaRPr lang="zh-CN" altLang="en-US" sz="7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610B056A-CFC9-C555-A903-4206FDBCC3B0}"/>
                </a:ext>
              </a:extLst>
            </p:cNvPr>
            <p:cNvGrpSpPr/>
            <p:nvPr/>
          </p:nvGrpSpPr>
          <p:grpSpPr>
            <a:xfrm>
              <a:off x="1062633" y="3636408"/>
              <a:ext cx="4772488" cy="784524"/>
              <a:chOff x="1058596" y="4076389"/>
              <a:chExt cx="8484423" cy="1394709"/>
            </a:xfrm>
          </p:grpSpPr>
          <p:pic>
            <p:nvPicPr>
              <p:cNvPr id="276" name="图片 275">
                <a:extLst>
                  <a:ext uri="{FF2B5EF4-FFF2-40B4-BE49-F238E27FC236}">
                    <a16:creationId xmlns:a16="http://schemas.microsoft.com/office/drawing/2014/main" id="{EE5F61C1-C0E2-520B-CCD5-37095FF69E02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300" t="11873" r="24061" b="16137"/>
              <a:stretch>
                <a:fillRect/>
              </a:stretch>
            </p:blipFill>
            <p:spPr>
              <a:xfrm>
                <a:off x="1058596" y="4391097"/>
                <a:ext cx="2160000" cy="1080001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7836C5DA-1F91-A5D5-C46C-564C91DCA444}"/>
                  </a:ext>
                </a:extLst>
              </p:cNvPr>
              <p:cNvCxnSpPr/>
              <p:nvPr/>
            </p:nvCxnSpPr>
            <p:spPr>
              <a:xfrm>
                <a:off x="1832618" y="4387844"/>
                <a:ext cx="0" cy="1080001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5296E804-386A-3D2E-152B-EAD8507FD7D3}"/>
                  </a:ext>
                </a:extLst>
              </p:cNvPr>
              <p:cNvCxnSpPr/>
              <p:nvPr/>
            </p:nvCxnSpPr>
            <p:spPr>
              <a:xfrm>
                <a:off x="2512862" y="4387843"/>
                <a:ext cx="0" cy="1080001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9" name="图片 278">
                <a:extLst>
                  <a:ext uri="{FF2B5EF4-FFF2-40B4-BE49-F238E27FC236}">
                    <a16:creationId xmlns:a16="http://schemas.microsoft.com/office/drawing/2014/main" id="{E302601C-AC79-B88F-A31B-A0829F25E558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5238303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pic>
            <p:nvPicPr>
              <p:cNvPr id="280" name="图片 279">
                <a:extLst>
                  <a:ext uri="{FF2B5EF4-FFF2-40B4-BE49-F238E27FC236}">
                    <a16:creationId xmlns:a16="http://schemas.microsoft.com/office/drawing/2014/main" id="{D56FAC72-8CA3-B2F7-3C8B-872ABEA410A9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4592841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sp>
            <p:nvSpPr>
              <p:cNvPr id="281" name="文本框 280">
                <a:extLst>
                  <a:ext uri="{FF2B5EF4-FFF2-40B4-BE49-F238E27FC236}">
                    <a16:creationId xmlns:a16="http://schemas.microsoft.com/office/drawing/2014/main" id="{E31EE5EF-6673-E478-2C5D-DCB5FEAB3A62}"/>
                  </a:ext>
                </a:extLst>
              </p:cNvPr>
              <p:cNvSpPr txBox="1"/>
              <p:nvPr/>
            </p:nvSpPr>
            <p:spPr>
              <a:xfrm>
                <a:off x="3949755" y="4076389"/>
                <a:ext cx="1848372" cy="35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Patches</a:t>
                </a:r>
                <a:endParaRPr lang="zh-CN" altLang="en-US" sz="700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51E80AC5-4E30-6307-1524-7E60BE0189F0}"/>
                  </a:ext>
                </a:extLst>
              </p:cNvPr>
              <p:cNvSpPr txBox="1"/>
              <p:nvPr/>
            </p:nvSpPr>
            <p:spPr>
              <a:xfrm>
                <a:off x="6425175" y="4076389"/>
                <a:ext cx="1233891" cy="35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Patch tokens</a:t>
                </a:r>
                <a:endParaRPr lang="zh-CN" altLang="en-US" sz="700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A1E13619-B0F0-C4B4-4EAC-6F6D1054DBCD}"/>
                  </a:ext>
                </a:extLst>
              </p:cNvPr>
              <p:cNvGrpSpPr/>
              <p:nvPr/>
            </p:nvGrpSpPr>
            <p:grpSpPr>
              <a:xfrm>
                <a:off x="6531111" y="4391097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01" name="立方体 300">
                  <a:extLst>
                    <a:ext uri="{FF2B5EF4-FFF2-40B4-BE49-F238E27FC236}">
                      <a16:creationId xmlns:a16="http://schemas.microsoft.com/office/drawing/2014/main" id="{8B438B6D-4185-A248-5BE3-3A32BEA9ABCE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2" name="立方体 301">
                  <a:extLst>
                    <a:ext uri="{FF2B5EF4-FFF2-40B4-BE49-F238E27FC236}">
                      <a16:creationId xmlns:a16="http://schemas.microsoft.com/office/drawing/2014/main" id="{1CEB2451-5425-FBDB-C769-8887C656C9B8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3" name="立方体 302">
                  <a:extLst>
                    <a:ext uri="{FF2B5EF4-FFF2-40B4-BE49-F238E27FC236}">
                      <a16:creationId xmlns:a16="http://schemas.microsoft.com/office/drawing/2014/main" id="{F7C11C83-1B37-E4AC-4F78-3B4EE91A7835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4" name="立方体 303">
                  <a:extLst>
                    <a:ext uri="{FF2B5EF4-FFF2-40B4-BE49-F238E27FC236}">
                      <a16:creationId xmlns:a16="http://schemas.microsoft.com/office/drawing/2014/main" id="{1D39E724-7CDD-A63A-0534-031E64D6BF4B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5" name="立方体 304">
                  <a:extLst>
                    <a:ext uri="{FF2B5EF4-FFF2-40B4-BE49-F238E27FC236}">
                      <a16:creationId xmlns:a16="http://schemas.microsoft.com/office/drawing/2014/main" id="{ECB087C3-2D8D-8211-F27A-41355EC73589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6173074C-13CF-CE27-89FA-B8D0339D8A89}"/>
                  </a:ext>
                </a:extLst>
              </p:cNvPr>
              <p:cNvGrpSpPr/>
              <p:nvPr/>
            </p:nvGrpSpPr>
            <p:grpSpPr>
              <a:xfrm>
                <a:off x="6531111" y="4786729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96" name="立方体 295">
                  <a:extLst>
                    <a:ext uri="{FF2B5EF4-FFF2-40B4-BE49-F238E27FC236}">
                      <a16:creationId xmlns:a16="http://schemas.microsoft.com/office/drawing/2014/main" id="{50923D93-A88C-06A2-AE51-8ABE0901D7B6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7" name="立方体 296">
                  <a:extLst>
                    <a:ext uri="{FF2B5EF4-FFF2-40B4-BE49-F238E27FC236}">
                      <a16:creationId xmlns:a16="http://schemas.microsoft.com/office/drawing/2014/main" id="{437F46A8-8968-33A5-C6CA-76539F452F2D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" name="立方体 297">
                  <a:extLst>
                    <a:ext uri="{FF2B5EF4-FFF2-40B4-BE49-F238E27FC236}">
                      <a16:creationId xmlns:a16="http://schemas.microsoft.com/office/drawing/2014/main" id="{9F39C271-20E1-865A-2352-2C7AEA527F47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9" name="立方体 298">
                  <a:extLst>
                    <a:ext uri="{FF2B5EF4-FFF2-40B4-BE49-F238E27FC236}">
                      <a16:creationId xmlns:a16="http://schemas.microsoft.com/office/drawing/2014/main" id="{4B56D184-CCA2-5E72-C244-C63A85CCC375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0" name="立方体 299">
                  <a:extLst>
                    <a:ext uri="{FF2B5EF4-FFF2-40B4-BE49-F238E27FC236}">
                      <a16:creationId xmlns:a16="http://schemas.microsoft.com/office/drawing/2014/main" id="{69FA7BE5-982A-4121-3CA1-AD31DA257A59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5" name="组合 284">
                <a:extLst>
                  <a:ext uri="{FF2B5EF4-FFF2-40B4-BE49-F238E27FC236}">
                    <a16:creationId xmlns:a16="http://schemas.microsoft.com/office/drawing/2014/main" id="{F5A4436D-F9F7-303B-2420-F8DA4B0B61D4}"/>
                  </a:ext>
                </a:extLst>
              </p:cNvPr>
              <p:cNvGrpSpPr/>
              <p:nvPr/>
            </p:nvGrpSpPr>
            <p:grpSpPr>
              <a:xfrm>
                <a:off x="6531111" y="5182361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91" name="立方体 290">
                  <a:extLst>
                    <a:ext uri="{FF2B5EF4-FFF2-40B4-BE49-F238E27FC236}">
                      <a16:creationId xmlns:a16="http://schemas.microsoft.com/office/drawing/2014/main" id="{C6930128-8D88-615E-0F2B-B0C41902A8FD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2" name="立方体 291">
                  <a:extLst>
                    <a:ext uri="{FF2B5EF4-FFF2-40B4-BE49-F238E27FC236}">
                      <a16:creationId xmlns:a16="http://schemas.microsoft.com/office/drawing/2014/main" id="{566F6A87-9FA1-A55E-561E-9B3E70A1E40B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3" name="立方体 292">
                  <a:extLst>
                    <a:ext uri="{FF2B5EF4-FFF2-40B4-BE49-F238E27FC236}">
                      <a16:creationId xmlns:a16="http://schemas.microsoft.com/office/drawing/2014/main" id="{BCF59F2E-1FC2-6BD6-54BE-D54ECABF3C4A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4" name="立方体 293">
                  <a:extLst>
                    <a:ext uri="{FF2B5EF4-FFF2-40B4-BE49-F238E27FC236}">
                      <a16:creationId xmlns:a16="http://schemas.microsoft.com/office/drawing/2014/main" id="{ADD65126-9CE4-4E57-48A9-9485E6892CDE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5" name="立方体 294">
                  <a:extLst>
                    <a:ext uri="{FF2B5EF4-FFF2-40B4-BE49-F238E27FC236}">
                      <a16:creationId xmlns:a16="http://schemas.microsoft.com/office/drawing/2014/main" id="{EDAB9CBF-5659-CC9B-773C-2F3F0A981E40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659D7D67-3A8D-A1FB-6EA5-CF4420D70D69}"/>
                  </a:ext>
                </a:extLst>
              </p:cNvPr>
              <p:cNvSpPr/>
              <p:nvPr/>
            </p:nvSpPr>
            <p:spPr>
              <a:xfrm rot="10800000" flipV="1">
                <a:off x="8309129" y="4391097"/>
                <a:ext cx="1233890" cy="92243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Multi-Head</a:t>
                </a:r>
              </a:p>
              <a:p>
                <a:pPr algn="ctr"/>
                <a:r>
                  <a:rPr lang="en-US" altLang="zh-CN" sz="7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  <a:endParaRPr lang="zh-CN" altLang="en-US" sz="7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7" name="图片 286">
                <a:extLst>
                  <a:ext uri="{FF2B5EF4-FFF2-40B4-BE49-F238E27FC236}">
                    <a16:creationId xmlns:a16="http://schemas.microsoft.com/office/drawing/2014/main" id="{2B4AAC1E-CEED-1435-4CEA-B570EDFF9D86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3949455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sp>
            <p:nvSpPr>
              <p:cNvPr id="288" name="箭头: 右 287">
                <a:extLst>
                  <a:ext uri="{FF2B5EF4-FFF2-40B4-BE49-F238E27FC236}">
                    <a16:creationId xmlns:a16="http://schemas.microsoft.com/office/drawing/2014/main" id="{A8E1F043-C1D3-85EF-02EC-B3A4F4463931}"/>
                  </a:ext>
                </a:extLst>
              </p:cNvPr>
              <p:cNvSpPr/>
              <p:nvPr/>
            </p:nvSpPr>
            <p:spPr>
              <a:xfrm>
                <a:off x="3322707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箭头: 右 288">
                <a:extLst>
                  <a:ext uri="{FF2B5EF4-FFF2-40B4-BE49-F238E27FC236}">
                    <a16:creationId xmlns:a16="http://schemas.microsoft.com/office/drawing/2014/main" id="{93308D12-482B-634C-6613-5E19F7991D2D}"/>
                  </a:ext>
                </a:extLst>
              </p:cNvPr>
              <p:cNvSpPr/>
              <p:nvPr/>
            </p:nvSpPr>
            <p:spPr>
              <a:xfrm>
                <a:off x="5909352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0" name="箭头: 右 289">
                <a:extLst>
                  <a:ext uri="{FF2B5EF4-FFF2-40B4-BE49-F238E27FC236}">
                    <a16:creationId xmlns:a16="http://schemas.microsoft.com/office/drawing/2014/main" id="{E8CC6636-9438-F3B5-B016-EF55D3D1E23A}"/>
                  </a:ext>
                </a:extLst>
              </p:cNvPr>
              <p:cNvSpPr/>
              <p:nvPr/>
            </p:nvSpPr>
            <p:spPr>
              <a:xfrm>
                <a:off x="7699298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E157174-1BD4-C8D5-F646-938632CE30BA}"/>
                  </a:ext>
                </a:extLst>
              </p:cNvPr>
              <p:cNvSpPr txBox="1"/>
              <p:nvPr/>
            </p:nvSpPr>
            <p:spPr>
              <a:xfrm>
                <a:off x="1179072" y="4076389"/>
                <a:ext cx="1848372" cy="35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 series</a:t>
                </a:r>
                <a:endParaRPr lang="zh-CN" altLang="en-US" sz="700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818CFA25-BD3E-2394-056F-130B8CCC817B}"/>
                </a:ext>
              </a:extLst>
            </p:cNvPr>
            <p:cNvGrpSpPr/>
            <p:nvPr/>
          </p:nvGrpSpPr>
          <p:grpSpPr>
            <a:xfrm>
              <a:off x="905896" y="4567789"/>
              <a:ext cx="5046208" cy="503504"/>
              <a:chOff x="905896" y="4567789"/>
              <a:chExt cx="5046208" cy="503504"/>
            </a:xfrm>
          </p:grpSpPr>
          <p:cxnSp>
            <p:nvCxnSpPr>
              <p:cNvPr id="310" name="直接连接符 309">
                <a:extLst>
                  <a:ext uri="{FF2B5EF4-FFF2-40B4-BE49-F238E27FC236}">
                    <a16:creationId xmlns:a16="http://schemas.microsoft.com/office/drawing/2014/main" id="{E70F1CEA-EC8F-EC08-17D8-24637FE2C735}"/>
                  </a:ext>
                </a:extLst>
              </p:cNvPr>
              <p:cNvCxnSpPr>
                <a:stCxn id="36" idx="3"/>
              </p:cNvCxnSpPr>
              <p:nvPr/>
            </p:nvCxnSpPr>
            <p:spPr>
              <a:xfrm flipH="1" flipV="1">
                <a:off x="905896" y="4567789"/>
                <a:ext cx="2316431" cy="503504"/>
              </a:xfrm>
              <a:prstGeom prst="line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>
                <a:extLst>
                  <a:ext uri="{FF2B5EF4-FFF2-40B4-BE49-F238E27FC236}">
                    <a16:creationId xmlns:a16="http://schemas.microsoft.com/office/drawing/2014/main" id="{4A5127F2-19AF-C856-CDE4-D1B7A4B85BFF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 flipV="1">
                <a:off x="3222327" y="4578606"/>
                <a:ext cx="2729777" cy="492687"/>
              </a:xfrm>
              <a:prstGeom prst="line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DCE840EA-09C1-E28E-2897-C8955844364E}"/>
                </a:ext>
              </a:extLst>
            </p:cNvPr>
            <p:cNvGrpSpPr/>
            <p:nvPr/>
          </p:nvGrpSpPr>
          <p:grpSpPr>
            <a:xfrm flipV="1">
              <a:off x="919993" y="7070696"/>
              <a:ext cx="5046208" cy="503504"/>
              <a:chOff x="905896" y="4567789"/>
              <a:chExt cx="5046208" cy="503504"/>
            </a:xfrm>
          </p:grpSpPr>
          <p:cxnSp>
            <p:nvCxnSpPr>
              <p:cNvPr id="320" name="直接连接符 319">
                <a:extLst>
                  <a:ext uri="{FF2B5EF4-FFF2-40B4-BE49-F238E27FC236}">
                    <a16:creationId xmlns:a16="http://schemas.microsoft.com/office/drawing/2014/main" id="{39DC3F7F-259F-CEED-3E5F-8A6F835B3447}"/>
                  </a:ext>
                </a:extLst>
              </p:cNvPr>
              <p:cNvCxnSpPr/>
              <p:nvPr/>
            </p:nvCxnSpPr>
            <p:spPr>
              <a:xfrm flipH="1" flipV="1">
                <a:off x="905896" y="4567789"/>
                <a:ext cx="2316431" cy="503504"/>
              </a:xfrm>
              <a:prstGeom prst="line">
                <a:avLst/>
              </a:prstGeom>
              <a:ln w="15875">
                <a:solidFill>
                  <a:schemeClr val="accent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0D759FD0-2CCD-9F65-2294-24344A8177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22327" y="4578606"/>
                <a:ext cx="2729777" cy="492687"/>
              </a:xfrm>
              <a:prstGeom prst="line">
                <a:avLst/>
              </a:prstGeom>
              <a:ln w="15875">
                <a:solidFill>
                  <a:schemeClr val="accent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8467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06D6-7342-577E-3AFA-AD1110C1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: 圆角 305">
            <a:extLst>
              <a:ext uri="{FF2B5EF4-FFF2-40B4-BE49-F238E27FC236}">
                <a16:creationId xmlns:a16="http://schemas.microsoft.com/office/drawing/2014/main" id="{6427FD8D-4E3D-917E-D5E3-512F75FE6053}"/>
              </a:ext>
            </a:extLst>
          </p:cNvPr>
          <p:cNvSpPr/>
          <p:nvPr/>
        </p:nvSpPr>
        <p:spPr>
          <a:xfrm>
            <a:off x="1204595" y="4606172"/>
            <a:ext cx="4448810" cy="2697434"/>
          </a:xfrm>
          <a:prstGeom prst="roundRect">
            <a:avLst/>
          </a:prstGeom>
          <a:solidFill>
            <a:schemeClr val="bg1">
              <a:lumMod val="50000"/>
              <a:alpha val="15000"/>
            </a:schemeClr>
          </a:solidFill>
          <a:ln>
            <a:solidFill>
              <a:schemeClr val="bg2">
                <a:lumMod val="25000"/>
                <a:alpha val="4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F6947789-4F45-791F-2AA0-BB1C388ECA4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" t="2229" r="42749" b="56930"/>
          <a:stretch>
            <a:fillRect/>
          </a:stretch>
        </p:blipFill>
        <p:spPr>
          <a:xfrm>
            <a:off x="1487179" y="6424784"/>
            <a:ext cx="705436" cy="408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685B23E0-9D5D-640F-DE7D-449F90E00B0D}"/>
              </a:ext>
            </a:extLst>
          </p:cNvPr>
          <p:cNvSpPr txBox="1"/>
          <p:nvPr/>
        </p:nvSpPr>
        <p:spPr>
          <a:xfrm>
            <a:off x="1378341" y="6171042"/>
            <a:ext cx="937771" cy="225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>
                <a:latin typeface="Times New Roman" panose="02020603050405020304" pitchFamily="18" charset="0"/>
                <a:cs typeface="Times New Roman" panose="02020603050405020304" pitchFamily="18" charset="0"/>
              </a:rPr>
              <a:t>Speed Input</a:t>
            </a:r>
            <a:endParaRPr lang="zh-CN" alt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E8EB0C85-9B3D-426C-BADB-4EAAE3A4D9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" t="57704" r="42918" b="3769"/>
          <a:stretch>
            <a:fillRect/>
          </a:stretch>
        </p:blipFill>
        <p:spPr>
          <a:xfrm>
            <a:off x="1487179" y="5069143"/>
            <a:ext cx="709703" cy="408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CE9F8EDE-B3E4-0331-D18A-72AA58D0EB6E}"/>
              </a:ext>
            </a:extLst>
          </p:cNvPr>
          <p:cNvSpPr txBox="1"/>
          <p:nvPr/>
        </p:nvSpPr>
        <p:spPr>
          <a:xfrm>
            <a:off x="1374002" y="4815401"/>
            <a:ext cx="946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Direction Input</a:t>
            </a:r>
            <a:endParaRPr lang="zh-CN" alt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187C2883-A812-99B8-1326-039F1C66CAA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04" t="3438" r="28619" b="56007"/>
          <a:stretch>
            <a:fillRect/>
          </a:stretch>
        </p:blipFill>
        <p:spPr>
          <a:xfrm>
            <a:off x="4726001" y="6424785"/>
            <a:ext cx="741611" cy="408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37B255C-B238-5A2C-6F26-28BDFC676357}"/>
              </a:ext>
            </a:extLst>
          </p:cNvPr>
          <p:cNvSpPr txBox="1"/>
          <p:nvPr/>
        </p:nvSpPr>
        <p:spPr>
          <a:xfrm>
            <a:off x="4624095" y="6173131"/>
            <a:ext cx="934575" cy="225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>
                <a:latin typeface="Times New Roman" panose="02020603050405020304" pitchFamily="18" charset="0"/>
                <a:cs typeface="Times New Roman" panose="02020603050405020304" pitchFamily="18" charset="0"/>
              </a:rPr>
              <a:t>Speed Output</a:t>
            </a:r>
            <a:endParaRPr lang="zh-CN" alt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5A41C5A3-98CB-3BE8-3D53-B581037BC3C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6" t="54333" r="28618" b="3438"/>
          <a:stretch>
            <a:fillRect/>
          </a:stretch>
        </p:blipFill>
        <p:spPr>
          <a:xfrm>
            <a:off x="4726001" y="5069144"/>
            <a:ext cx="741611" cy="408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2" name="文本框 111">
            <a:extLst>
              <a:ext uri="{FF2B5EF4-FFF2-40B4-BE49-F238E27FC236}">
                <a16:creationId xmlns:a16="http://schemas.microsoft.com/office/drawing/2014/main" id="{9BBFD379-0BDC-F2B9-9680-CAEE5BBA6E38}"/>
              </a:ext>
            </a:extLst>
          </p:cNvPr>
          <p:cNvSpPr txBox="1"/>
          <p:nvPr/>
        </p:nvSpPr>
        <p:spPr>
          <a:xfrm>
            <a:off x="4628168" y="4811445"/>
            <a:ext cx="933011" cy="225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Direction Output</a:t>
            </a:r>
            <a:endParaRPr lang="zh-CN" alt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F4652D-1772-3C91-5DF4-43ED0B26CE1A}"/>
              </a:ext>
            </a:extLst>
          </p:cNvPr>
          <p:cNvSpPr/>
          <p:nvPr/>
        </p:nvSpPr>
        <p:spPr>
          <a:xfrm rot="16200000" flipV="1">
            <a:off x="2739453" y="4308104"/>
            <a:ext cx="1057051" cy="191330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9AB7B2F-FD0A-C53B-4AF6-C71EDF23A5D3}"/>
              </a:ext>
            </a:extLst>
          </p:cNvPr>
          <p:cNvSpPr/>
          <p:nvPr/>
        </p:nvSpPr>
        <p:spPr>
          <a:xfrm rot="16200000" flipV="1">
            <a:off x="2739453" y="5655473"/>
            <a:ext cx="1057051" cy="191330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BDDDA-DF57-BB16-9CBA-747F6F35F86C}"/>
              </a:ext>
            </a:extLst>
          </p:cNvPr>
          <p:cNvSpPr/>
          <p:nvPr/>
        </p:nvSpPr>
        <p:spPr>
          <a:xfrm rot="16200000" flipV="1">
            <a:off x="2122303" y="6497877"/>
            <a:ext cx="882696" cy="237422"/>
          </a:xfrm>
          <a:prstGeom prst="rect">
            <a:avLst/>
          </a:prstGeom>
          <a:solidFill>
            <a:srgbClr val="BCD6E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EA2C23-84D7-6F32-5C5D-AB67A699A05C}"/>
              </a:ext>
            </a:extLst>
          </p:cNvPr>
          <p:cNvSpPr/>
          <p:nvPr/>
        </p:nvSpPr>
        <p:spPr>
          <a:xfrm rot="16200000" flipV="1">
            <a:off x="2485275" y="6497877"/>
            <a:ext cx="882696" cy="237422"/>
          </a:xfrm>
          <a:prstGeom prst="rect">
            <a:avLst/>
          </a:prstGeom>
          <a:solidFill>
            <a:srgbClr val="9DC3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Speed Extraction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EF0FD6-12C2-9597-0FDB-E5A4AC46B136}"/>
              </a:ext>
            </a:extLst>
          </p:cNvPr>
          <p:cNvSpPr/>
          <p:nvPr/>
        </p:nvSpPr>
        <p:spPr>
          <a:xfrm rot="16200000" flipV="1">
            <a:off x="2848248" y="6497877"/>
            <a:ext cx="882696" cy="237422"/>
          </a:xfrm>
          <a:prstGeom prst="rect">
            <a:avLst/>
          </a:prstGeom>
          <a:solidFill>
            <a:srgbClr val="5B9BD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Attention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BC026B-0AC7-6749-55FB-0D0202AC1B62}"/>
              </a:ext>
            </a:extLst>
          </p:cNvPr>
          <p:cNvSpPr/>
          <p:nvPr/>
        </p:nvSpPr>
        <p:spPr>
          <a:xfrm rot="16200000" flipV="1">
            <a:off x="3215130" y="6497877"/>
            <a:ext cx="882696" cy="237422"/>
          </a:xfrm>
          <a:prstGeom prst="rect">
            <a:avLst/>
          </a:prstGeom>
          <a:solidFill>
            <a:srgbClr val="B9D3E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</a:p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Speed Head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4BBDD4B-832D-0512-A9C6-E526ED1AD1BA}"/>
              </a:ext>
            </a:extLst>
          </p:cNvPr>
          <p:cNvSpPr/>
          <p:nvPr/>
        </p:nvSpPr>
        <p:spPr>
          <a:xfrm rot="16200000" flipV="1">
            <a:off x="2122302" y="5151785"/>
            <a:ext cx="882696" cy="237422"/>
          </a:xfrm>
          <a:prstGeom prst="rect">
            <a:avLst/>
          </a:prstGeom>
          <a:solidFill>
            <a:srgbClr val="F9D9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Encoding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C6E063-08B1-EFEA-EC88-355A0A13E093}"/>
              </a:ext>
            </a:extLst>
          </p:cNvPr>
          <p:cNvSpPr/>
          <p:nvPr/>
        </p:nvSpPr>
        <p:spPr>
          <a:xfrm rot="16200000" flipV="1">
            <a:off x="2485275" y="5151785"/>
            <a:ext cx="882696" cy="237422"/>
          </a:xfrm>
          <a:prstGeom prst="rect">
            <a:avLst/>
          </a:prstGeom>
          <a:solidFill>
            <a:srgbClr val="F6C09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Patch Embedding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23CFDD0-5BAF-1F7B-5252-9F049F388514}"/>
              </a:ext>
            </a:extLst>
          </p:cNvPr>
          <p:cNvSpPr/>
          <p:nvPr/>
        </p:nvSpPr>
        <p:spPr>
          <a:xfrm rot="16200000" flipV="1">
            <a:off x="2848248" y="5151785"/>
            <a:ext cx="882696" cy="2374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Patch Attention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FA86E15-5FA5-B45B-6071-8F08C37877EA}"/>
              </a:ext>
            </a:extLst>
          </p:cNvPr>
          <p:cNvSpPr/>
          <p:nvPr/>
        </p:nvSpPr>
        <p:spPr>
          <a:xfrm rot="16200000" flipV="1">
            <a:off x="3211220" y="5151785"/>
            <a:ext cx="882696" cy="237422"/>
          </a:xfrm>
          <a:prstGeom prst="rect">
            <a:avLst/>
          </a:prstGeom>
          <a:solidFill>
            <a:srgbClr val="F9D5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Head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5B12B34-83A8-5E8F-28D3-FEDA155194C9}"/>
              </a:ext>
            </a:extLst>
          </p:cNvPr>
          <p:cNvCxnSpPr>
            <a:cxnSpLocks/>
          </p:cNvCxnSpPr>
          <p:nvPr/>
        </p:nvCxnSpPr>
        <p:spPr>
          <a:xfrm rot="16200000">
            <a:off x="3110063" y="65557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BD69E63-A53F-8C6B-B9B3-717461372235}"/>
              </a:ext>
            </a:extLst>
          </p:cNvPr>
          <p:cNvCxnSpPr>
            <a:cxnSpLocks/>
          </p:cNvCxnSpPr>
          <p:nvPr/>
        </p:nvCxnSpPr>
        <p:spPr>
          <a:xfrm rot="16200000">
            <a:off x="3476944" y="65557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49EDBC4-D052-1200-9B81-63AB70B2DD60}"/>
              </a:ext>
            </a:extLst>
          </p:cNvPr>
          <p:cNvCxnSpPr>
            <a:cxnSpLocks/>
          </p:cNvCxnSpPr>
          <p:nvPr/>
        </p:nvCxnSpPr>
        <p:spPr>
          <a:xfrm rot="16200000">
            <a:off x="3836009" y="65557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C1CEC70-39C8-6279-0D2A-4E3078718DEE}"/>
              </a:ext>
            </a:extLst>
          </p:cNvPr>
          <p:cNvCxnSpPr>
            <a:cxnSpLocks/>
          </p:cNvCxnSpPr>
          <p:nvPr/>
        </p:nvCxnSpPr>
        <p:spPr>
          <a:xfrm rot="16200000">
            <a:off x="2743183" y="51994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020C4C8-8722-5F52-AAE5-27CAE26DEB98}"/>
              </a:ext>
            </a:extLst>
          </p:cNvPr>
          <p:cNvCxnSpPr>
            <a:cxnSpLocks/>
          </p:cNvCxnSpPr>
          <p:nvPr/>
        </p:nvCxnSpPr>
        <p:spPr>
          <a:xfrm rot="16200000">
            <a:off x="3102247" y="51994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BDFC662-A20D-7CAA-D4D8-F62513BCE016}"/>
              </a:ext>
            </a:extLst>
          </p:cNvPr>
          <p:cNvCxnSpPr>
            <a:cxnSpLocks/>
          </p:cNvCxnSpPr>
          <p:nvPr/>
        </p:nvCxnSpPr>
        <p:spPr>
          <a:xfrm rot="16200000">
            <a:off x="3477921" y="51994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74B51B9F-7E1F-CEE7-9C22-204ED8B3849D}"/>
              </a:ext>
            </a:extLst>
          </p:cNvPr>
          <p:cNvCxnSpPr>
            <a:cxnSpLocks/>
          </p:cNvCxnSpPr>
          <p:nvPr/>
        </p:nvCxnSpPr>
        <p:spPr>
          <a:xfrm rot="16200000">
            <a:off x="3836009" y="51994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3E9F4F0A-3EAC-3ABA-CF13-687A4CA51B4F}"/>
              </a:ext>
            </a:extLst>
          </p:cNvPr>
          <p:cNvCxnSpPr>
            <a:cxnSpLocks/>
          </p:cNvCxnSpPr>
          <p:nvPr/>
        </p:nvCxnSpPr>
        <p:spPr>
          <a:xfrm rot="16200000">
            <a:off x="2743183" y="6555767"/>
            <a:ext cx="0" cy="1216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47E02EF-396F-37F5-A4B8-5F1F443ACA05}"/>
              </a:ext>
            </a:extLst>
          </p:cNvPr>
          <p:cNvCxnSpPr>
            <a:cxnSpLocks/>
          </p:cNvCxnSpPr>
          <p:nvPr/>
        </p:nvCxnSpPr>
        <p:spPr>
          <a:xfrm rot="5400000" flipV="1">
            <a:off x="2329158" y="6488525"/>
            <a:ext cx="0" cy="2471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DB24ACC9-576F-D37A-80A4-7B4AD86386DA}"/>
              </a:ext>
            </a:extLst>
          </p:cNvPr>
          <p:cNvCxnSpPr>
            <a:cxnSpLocks/>
          </p:cNvCxnSpPr>
          <p:nvPr/>
        </p:nvCxnSpPr>
        <p:spPr>
          <a:xfrm rot="5400000" flipV="1">
            <a:off x="2329158" y="5136690"/>
            <a:ext cx="0" cy="2471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9F44213-B167-82F9-534C-0190168A68A1}"/>
              </a:ext>
            </a:extLst>
          </p:cNvPr>
          <p:cNvCxnSpPr>
            <a:cxnSpLocks/>
          </p:cNvCxnSpPr>
          <p:nvPr/>
        </p:nvCxnSpPr>
        <p:spPr>
          <a:xfrm rot="5400000" flipH="1">
            <a:off x="3751059" y="5937196"/>
            <a:ext cx="13448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39503376-E863-4B5A-123B-23538E689B87}"/>
              </a:ext>
            </a:extLst>
          </p:cNvPr>
          <p:cNvCxnSpPr>
            <a:cxnSpLocks/>
          </p:cNvCxnSpPr>
          <p:nvPr/>
        </p:nvCxnSpPr>
        <p:spPr>
          <a:xfrm>
            <a:off x="4558849" y="5260287"/>
            <a:ext cx="1339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2F1320D-524A-A8D5-D00F-581469A56DC9}"/>
              </a:ext>
            </a:extLst>
          </p:cNvPr>
          <p:cNvSpPr/>
          <p:nvPr/>
        </p:nvSpPr>
        <p:spPr>
          <a:xfrm rot="16200000" flipV="1">
            <a:off x="3574194" y="6497877"/>
            <a:ext cx="882696" cy="237422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MLP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2F38F6-06B4-472F-70C5-8615A1F4D644}"/>
              </a:ext>
            </a:extLst>
          </p:cNvPr>
          <p:cNvSpPr/>
          <p:nvPr/>
        </p:nvSpPr>
        <p:spPr>
          <a:xfrm rot="16200000" flipV="1">
            <a:off x="3574194" y="5151785"/>
            <a:ext cx="882696" cy="2374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7EB4903-782C-4C46-9CD9-D5987159349E}"/>
              </a:ext>
            </a:extLst>
          </p:cNvPr>
          <p:cNvSpPr/>
          <p:nvPr/>
        </p:nvSpPr>
        <p:spPr>
          <a:xfrm rot="16200000" flipV="1">
            <a:off x="3600764" y="5806761"/>
            <a:ext cx="1678748" cy="237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Prediction Loss</a:t>
            </a:r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EDE10ED4-9B50-2CCB-0B60-1C6353B0E6AC}"/>
              </a:ext>
            </a:extLst>
          </p:cNvPr>
          <p:cNvCxnSpPr>
            <a:cxnSpLocks/>
          </p:cNvCxnSpPr>
          <p:nvPr/>
        </p:nvCxnSpPr>
        <p:spPr>
          <a:xfrm>
            <a:off x="4558849" y="6616587"/>
            <a:ext cx="13396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7086340C-4822-3716-CDEA-5E768351DAE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919425" y="6087249"/>
            <a:ext cx="18979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457ADC8E-3E04-4BA5-6A65-FEAC677235D8}"/>
              </a:ext>
            </a:extLst>
          </p:cNvPr>
          <p:cNvCxnSpPr>
            <a:cxnSpLocks/>
          </p:cNvCxnSpPr>
          <p:nvPr/>
        </p:nvCxnSpPr>
        <p:spPr>
          <a:xfrm rot="16200000">
            <a:off x="3461775" y="5439810"/>
            <a:ext cx="0" cy="11050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CE526E14-C8C0-9F74-C353-75565DF2017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817111" y="6087250"/>
            <a:ext cx="1897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102FFFD-256C-2173-E283-400D3A043BF4}"/>
              </a:ext>
            </a:extLst>
          </p:cNvPr>
          <p:cNvGrpSpPr/>
          <p:nvPr/>
        </p:nvGrpSpPr>
        <p:grpSpPr>
          <a:xfrm>
            <a:off x="1204594" y="3403322"/>
            <a:ext cx="4448811" cy="1080000"/>
            <a:chOff x="250560" y="3152774"/>
            <a:chExt cx="4657620" cy="1080000"/>
          </a:xfrm>
        </p:grpSpPr>
        <p:sp>
          <p:nvSpPr>
            <p:cNvPr id="307" name="矩形: 圆角 306">
              <a:extLst>
                <a:ext uri="{FF2B5EF4-FFF2-40B4-BE49-F238E27FC236}">
                  <a16:creationId xmlns:a16="http://schemas.microsoft.com/office/drawing/2014/main" id="{09939263-D0D6-DFA6-523D-1952A0A975CA}"/>
                </a:ext>
              </a:extLst>
            </p:cNvPr>
            <p:cNvSpPr/>
            <p:nvPr/>
          </p:nvSpPr>
          <p:spPr>
            <a:xfrm>
              <a:off x="250560" y="3152774"/>
              <a:ext cx="4657620" cy="1080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43000"/>
              </a:schemeClr>
            </a:solidFill>
            <a:ln w="19050">
              <a:solidFill>
                <a:schemeClr val="accent2">
                  <a:lumMod val="50000"/>
                  <a:alpha val="4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C0590D35-9FBB-DFE4-DEDE-456EC8DA34CF}"/>
                </a:ext>
              </a:extLst>
            </p:cNvPr>
            <p:cNvGrpSpPr/>
            <p:nvPr/>
          </p:nvGrpSpPr>
          <p:grpSpPr>
            <a:xfrm>
              <a:off x="458866" y="3190090"/>
              <a:ext cx="4346615" cy="878276"/>
              <a:chOff x="1058596" y="4076389"/>
              <a:chExt cx="8484423" cy="1394709"/>
            </a:xfrm>
          </p:grpSpPr>
          <p:pic>
            <p:nvPicPr>
              <p:cNvPr id="276" name="图片 275">
                <a:extLst>
                  <a:ext uri="{FF2B5EF4-FFF2-40B4-BE49-F238E27FC236}">
                    <a16:creationId xmlns:a16="http://schemas.microsoft.com/office/drawing/2014/main" id="{816E8323-7DC9-8A18-4472-7C3EBCD57EE8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300" t="11873" r="24061" b="16137"/>
              <a:stretch>
                <a:fillRect/>
              </a:stretch>
            </p:blipFill>
            <p:spPr>
              <a:xfrm>
                <a:off x="1058596" y="4391097"/>
                <a:ext cx="2160000" cy="1080001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BC56FBD7-56D5-3348-697F-307174F61228}"/>
                  </a:ext>
                </a:extLst>
              </p:cNvPr>
              <p:cNvCxnSpPr/>
              <p:nvPr/>
            </p:nvCxnSpPr>
            <p:spPr>
              <a:xfrm>
                <a:off x="1832618" y="4387844"/>
                <a:ext cx="0" cy="1080001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536397A3-3314-8D7A-BDE5-B898820B06C2}"/>
                  </a:ext>
                </a:extLst>
              </p:cNvPr>
              <p:cNvCxnSpPr/>
              <p:nvPr/>
            </p:nvCxnSpPr>
            <p:spPr>
              <a:xfrm>
                <a:off x="2512862" y="4387843"/>
                <a:ext cx="0" cy="1080001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9" name="图片 278">
                <a:extLst>
                  <a:ext uri="{FF2B5EF4-FFF2-40B4-BE49-F238E27FC236}">
                    <a16:creationId xmlns:a16="http://schemas.microsoft.com/office/drawing/2014/main" id="{B267B576-BCB2-DE2E-B9D8-6B94DD93238F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5238303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pic>
            <p:nvPicPr>
              <p:cNvPr id="280" name="图片 279">
                <a:extLst>
                  <a:ext uri="{FF2B5EF4-FFF2-40B4-BE49-F238E27FC236}">
                    <a16:creationId xmlns:a16="http://schemas.microsoft.com/office/drawing/2014/main" id="{0E71D857-8BEB-E3A0-332F-D41FB5B11B33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4592841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sp>
            <p:nvSpPr>
              <p:cNvPr id="281" name="文本框 280">
                <a:extLst>
                  <a:ext uri="{FF2B5EF4-FFF2-40B4-BE49-F238E27FC236}">
                    <a16:creationId xmlns:a16="http://schemas.microsoft.com/office/drawing/2014/main" id="{31E31A22-0E0B-40DB-D2D8-8275BC48DD1B}"/>
                  </a:ext>
                </a:extLst>
              </p:cNvPr>
              <p:cNvSpPr txBox="1"/>
              <p:nvPr/>
            </p:nvSpPr>
            <p:spPr>
              <a:xfrm>
                <a:off x="3949755" y="4076389"/>
                <a:ext cx="1848372" cy="35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Patches</a:t>
                </a:r>
                <a:endParaRPr lang="zh-CN" altLang="en-US" sz="800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2" name="文本框 281">
                <a:extLst>
                  <a:ext uri="{FF2B5EF4-FFF2-40B4-BE49-F238E27FC236}">
                    <a16:creationId xmlns:a16="http://schemas.microsoft.com/office/drawing/2014/main" id="{C86CE834-4922-DC03-86FE-3876609FA510}"/>
                  </a:ext>
                </a:extLst>
              </p:cNvPr>
              <p:cNvSpPr txBox="1"/>
              <p:nvPr/>
            </p:nvSpPr>
            <p:spPr>
              <a:xfrm>
                <a:off x="6425174" y="4076389"/>
                <a:ext cx="1233892" cy="549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Patch tokens</a:t>
                </a:r>
                <a:endParaRPr lang="zh-CN" altLang="en-US" sz="800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525E0AE7-CFED-E29E-0A5D-EE64A9665100}"/>
                  </a:ext>
                </a:extLst>
              </p:cNvPr>
              <p:cNvGrpSpPr/>
              <p:nvPr/>
            </p:nvGrpSpPr>
            <p:grpSpPr>
              <a:xfrm>
                <a:off x="6531111" y="4391097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01" name="立方体 300">
                  <a:extLst>
                    <a:ext uri="{FF2B5EF4-FFF2-40B4-BE49-F238E27FC236}">
                      <a16:creationId xmlns:a16="http://schemas.microsoft.com/office/drawing/2014/main" id="{0D40B281-D352-BB4D-B974-F00B3A94FF54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2" name="立方体 301">
                  <a:extLst>
                    <a:ext uri="{FF2B5EF4-FFF2-40B4-BE49-F238E27FC236}">
                      <a16:creationId xmlns:a16="http://schemas.microsoft.com/office/drawing/2014/main" id="{AD2D2AB8-F539-7BC4-F75D-12624A5F532D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3" name="立方体 302">
                  <a:extLst>
                    <a:ext uri="{FF2B5EF4-FFF2-40B4-BE49-F238E27FC236}">
                      <a16:creationId xmlns:a16="http://schemas.microsoft.com/office/drawing/2014/main" id="{376F64E8-E872-B8AF-0F1C-6E2C4F4CCC9F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4" name="立方体 303">
                  <a:extLst>
                    <a:ext uri="{FF2B5EF4-FFF2-40B4-BE49-F238E27FC236}">
                      <a16:creationId xmlns:a16="http://schemas.microsoft.com/office/drawing/2014/main" id="{B342BE66-E564-33BD-B27E-F560B020C104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5" name="立方体 304">
                  <a:extLst>
                    <a:ext uri="{FF2B5EF4-FFF2-40B4-BE49-F238E27FC236}">
                      <a16:creationId xmlns:a16="http://schemas.microsoft.com/office/drawing/2014/main" id="{A80A5980-3ECD-3C88-8F26-55ECED8A8444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F5D9E861-675B-35A3-A4B7-23F0845B8C38}"/>
                  </a:ext>
                </a:extLst>
              </p:cNvPr>
              <p:cNvGrpSpPr/>
              <p:nvPr/>
            </p:nvGrpSpPr>
            <p:grpSpPr>
              <a:xfrm>
                <a:off x="6531111" y="4786729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96" name="立方体 295">
                  <a:extLst>
                    <a:ext uri="{FF2B5EF4-FFF2-40B4-BE49-F238E27FC236}">
                      <a16:creationId xmlns:a16="http://schemas.microsoft.com/office/drawing/2014/main" id="{B7433777-66B4-81A8-21EA-FEBA2E0454F0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7" name="立方体 296">
                  <a:extLst>
                    <a:ext uri="{FF2B5EF4-FFF2-40B4-BE49-F238E27FC236}">
                      <a16:creationId xmlns:a16="http://schemas.microsoft.com/office/drawing/2014/main" id="{FACEB8CF-E486-63FB-0595-5116FA0C7B7A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8" name="立方体 297">
                  <a:extLst>
                    <a:ext uri="{FF2B5EF4-FFF2-40B4-BE49-F238E27FC236}">
                      <a16:creationId xmlns:a16="http://schemas.microsoft.com/office/drawing/2014/main" id="{DD5F9911-2204-28DB-2546-B52EDA6D73E2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9" name="立方体 298">
                  <a:extLst>
                    <a:ext uri="{FF2B5EF4-FFF2-40B4-BE49-F238E27FC236}">
                      <a16:creationId xmlns:a16="http://schemas.microsoft.com/office/drawing/2014/main" id="{46092CB4-8E8B-015E-CABD-24C6A6048900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0" name="立方体 299">
                  <a:extLst>
                    <a:ext uri="{FF2B5EF4-FFF2-40B4-BE49-F238E27FC236}">
                      <a16:creationId xmlns:a16="http://schemas.microsoft.com/office/drawing/2014/main" id="{A2F511C0-BCF8-874E-F659-3CC379425544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5" name="组合 284">
                <a:extLst>
                  <a:ext uri="{FF2B5EF4-FFF2-40B4-BE49-F238E27FC236}">
                    <a16:creationId xmlns:a16="http://schemas.microsoft.com/office/drawing/2014/main" id="{80DF272D-3E94-5997-5462-6865FCA9616F}"/>
                  </a:ext>
                </a:extLst>
              </p:cNvPr>
              <p:cNvGrpSpPr/>
              <p:nvPr/>
            </p:nvGrpSpPr>
            <p:grpSpPr>
              <a:xfrm>
                <a:off x="6531111" y="5182361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291" name="立方体 290">
                  <a:extLst>
                    <a:ext uri="{FF2B5EF4-FFF2-40B4-BE49-F238E27FC236}">
                      <a16:creationId xmlns:a16="http://schemas.microsoft.com/office/drawing/2014/main" id="{3B3C5612-1312-CC32-E2EC-A0622D46CDE3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2" name="立方体 291">
                  <a:extLst>
                    <a:ext uri="{FF2B5EF4-FFF2-40B4-BE49-F238E27FC236}">
                      <a16:creationId xmlns:a16="http://schemas.microsoft.com/office/drawing/2014/main" id="{08A27535-74F5-8A04-26B0-08170EEDA575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3" name="立方体 292">
                  <a:extLst>
                    <a:ext uri="{FF2B5EF4-FFF2-40B4-BE49-F238E27FC236}">
                      <a16:creationId xmlns:a16="http://schemas.microsoft.com/office/drawing/2014/main" id="{3EA88094-C095-7915-0B44-5BCDB8888D80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4" name="立方体 293">
                  <a:extLst>
                    <a:ext uri="{FF2B5EF4-FFF2-40B4-BE49-F238E27FC236}">
                      <a16:creationId xmlns:a16="http://schemas.microsoft.com/office/drawing/2014/main" id="{89A1D466-3D03-6B04-3D6B-DC1E7074A873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5" name="立方体 294">
                  <a:extLst>
                    <a:ext uri="{FF2B5EF4-FFF2-40B4-BE49-F238E27FC236}">
                      <a16:creationId xmlns:a16="http://schemas.microsoft.com/office/drawing/2014/main" id="{602A89AF-D480-1284-6535-F9D72B3D5B81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5C2E0620-8231-ACDA-52C6-0DCF6DE5A868}"/>
                  </a:ext>
                </a:extLst>
              </p:cNvPr>
              <p:cNvSpPr/>
              <p:nvPr/>
            </p:nvSpPr>
            <p:spPr>
              <a:xfrm rot="10800000" flipV="1">
                <a:off x="8309129" y="4391097"/>
                <a:ext cx="1233890" cy="92243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  <a:endParaRPr lang="zh-CN" altLang="en-US" sz="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7" name="图片 286">
                <a:extLst>
                  <a:ext uri="{FF2B5EF4-FFF2-40B4-BE49-F238E27FC236}">
                    <a16:creationId xmlns:a16="http://schemas.microsoft.com/office/drawing/2014/main" id="{9E57C19F-C726-3809-07AE-051DFB302E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3949455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sp>
            <p:nvSpPr>
              <p:cNvPr id="288" name="箭头: 右 287">
                <a:extLst>
                  <a:ext uri="{FF2B5EF4-FFF2-40B4-BE49-F238E27FC236}">
                    <a16:creationId xmlns:a16="http://schemas.microsoft.com/office/drawing/2014/main" id="{330FD22B-8E10-4F82-55C0-336786AB69C4}"/>
                  </a:ext>
                </a:extLst>
              </p:cNvPr>
              <p:cNvSpPr/>
              <p:nvPr/>
            </p:nvSpPr>
            <p:spPr>
              <a:xfrm>
                <a:off x="3322707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箭头: 右 288">
                <a:extLst>
                  <a:ext uri="{FF2B5EF4-FFF2-40B4-BE49-F238E27FC236}">
                    <a16:creationId xmlns:a16="http://schemas.microsoft.com/office/drawing/2014/main" id="{9F0C690C-0ED5-2123-39B1-60B252D4CD7A}"/>
                  </a:ext>
                </a:extLst>
              </p:cNvPr>
              <p:cNvSpPr/>
              <p:nvPr/>
            </p:nvSpPr>
            <p:spPr>
              <a:xfrm>
                <a:off x="5909352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0" name="箭头: 右 289">
                <a:extLst>
                  <a:ext uri="{FF2B5EF4-FFF2-40B4-BE49-F238E27FC236}">
                    <a16:creationId xmlns:a16="http://schemas.microsoft.com/office/drawing/2014/main" id="{0A408A15-148E-D040-9985-912D1C338395}"/>
                  </a:ext>
                </a:extLst>
              </p:cNvPr>
              <p:cNvSpPr/>
              <p:nvPr/>
            </p:nvSpPr>
            <p:spPr>
              <a:xfrm>
                <a:off x="7699298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97A8E39-050E-7441-E688-B82F8A5DEB15}"/>
                  </a:ext>
                </a:extLst>
              </p:cNvPr>
              <p:cNvSpPr txBox="1"/>
              <p:nvPr/>
            </p:nvSpPr>
            <p:spPr>
              <a:xfrm>
                <a:off x="1179072" y="4076389"/>
                <a:ext cx="1848372" cy="35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 series</a:t>
                </a:r>
                <a:endParaRPr lang="zh-CN" altLang="en-US" sz="800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FECA1D0F-658C-52AA-6F8F-06AB240F40F7}"/>
              </a:ext>
            </a:extLst>
          </p:cNvPr>
          <p:cNvCxnSpPr>
            <a:cxnSpLocks/>
            <a:stCxn id="36" idx="3"/>
          </p:cNvCxnSpPr>
          <p:nvPr/>
        </p:nvCxnSpPr>
        <p:spPr>
          <a:xfrm flipH="1" flipV="1">
            <a:off x="1487179" y="4483322"/>
            <a:ext cx="1802417" cy="345826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9B67412F-A680-AF55-7144-A661ADFAE34A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289596" y="4503052"/>
            <a:ext cx="1882608" cy="326096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>
            <a:extLst>
              <a:ext uri="{FF2B5EF4-FFF2-40B4-BE49-F238E27FC236}">
                <a16:creationId xmlns:a16="http://schemas.microsoft.com/office/drawing/2014/main" id="{00E31630-137B-E4B9-F01E-B9E9434F2D47}"/>
              </a:ext>
            </a:extLst>
          </p:cNvPr>
          <p:cNvCxnSpPr>
            <a:cxnSpLocks/>
          </p:cNvCxnSpPr>
          <p:nvPr/>
        </p:nvCxnSpPr>
        <p:spPr>
          <a:xfrm flipH="1">
            <a:off x="1658004" y="7061319"/>
            <a:ext cx="1572090" cy="351838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>
            <a:extLst>
              <a:ext uri="{FF2B5EF4-FFF2-40B4-BE49-F238E27FC236}">
                <a16:creationId xmlns:a16="http://schemas.microsoft.com/office/drawing/2014/main" id="{5C0354CD-5090-F127-C77E-4D5A50FCD807}"/>
              </a:ext>
            </a:extLst>
          </p:cNvPr>
          <p:cNvCxnSpPr>
            <a:cxnSpLocks/>
          </p:cNvCxnSpPr>
          <p:nvPr/>
        </p:nvCxnSpPr>
        <p:spPr>
          <a:xfrm>
            <a:off x="3279462" y="7052045"/>
            <a:ext cx="1798038" cy="361112"/>
          </a:xfrm>
          <a:prstGeom prst="line">
            <a:avLst/>
          </a:prstGeom>
          <a:ln w="15875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91FB7FD-F233-7C19-274E-FF0E40D96B74}"/>
              </a:ext>
            </a:extLst>
          </p:cNvPr>
          <p:cNvGrpSpPr/>
          <p:nvPr/>
        </p:nvGrpSpPr>
        <p:grpSpPr>
          <a:xfrm>
            <a:off x="1204594" y="7432887"/>
            <a:ext cx="4448810" cy="1080000"/>
            <a:chOff x="129540" y="7658806"/>
            <a:chExt cx="4775574" cy="1080000"/>
          </a:xfrm>
        </p:grpSpPr>
        <p:sp>
          <p:nvSpPr>
            <p:cNvPr id="308" name="矩形: 圆角 307">
              <a:extLst>
                <a:ext uri="{FF2B5EF4-FFF2-40B4-BE49-F238E27FC236}">
                  <a16:creationId xmlns:a16="http://schemas.microsoft.com/office/drawing/2014/main" id="{5F55B9D5-0907-A804-1087-65916ED29590}"/>
                </a:ext>
              </a:extLst>
            </p:cNvPr>
            <p:cNvSpPr/>
            <p:nvPr/>
          </p:nvSpPr>
          <p:spPr>
            <a:xfrm>
              <a:off x="129540" y="7658806"/>
              <a:ext cx="4775574" cy="1080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43000"/>
              </a:schemeClr>
            </a:solidFill>
            <a:ln w="19050">
              <a:solidFill>
                <a:schemeClr val="accent1">
                  <a:lumMod val="75000"/>
                  <a:alpha val="4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E6F19C2-F296-063F-840B-6B695ABDC018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4" t="10642" r="56027" b="17368"/>
            <a:stretch>
              <a:fillRect/>
            </a:stretch>
          </p:blipFill>
          <p:spPr>
            <a:xfrm>
              <a:off x="468827" y="7914673"/>
              <a:ext cx="1106579" cy="680097"/>
            </a:xfrm>
            <a:prstGeom prst="rect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</p:pic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21935E33-01C8-B77F-930C-F03B78F55E7A}"/>
                </a:ext>
              </a:extLst>
            </p:cNvPr>
            <p:cNvGrpSpPr/>
            <p:nvPr/>
          </p:nvGrpSpPr>
          <p:grpSpPr>
            <a:xfrm rot="16200000">
              <a:off x="2055336" y="7781258"/>
              <a:ext cx="680097" cy="946930"/>
              <a:chOff x="3937921" y="2242877"/>
              <a:chExt cx="1080000" cy="2372245"/>
            </a:xfrm>
          </p:grpSpPr>
          <p:pic>
            <p:nvPicPr>
              <p:cNvPr id="266" name="图片 265">
                <a:extLst>
                  <a:ext uri="{FF2B5EF4-FFF2-40B4-BE49-F238E27FC236}">
                    <a16:creationId xmlns:a16="http://schemas.microsoft.com/office/drawing/2014/main" id="{01B6CD60-5EC5-8225-6559-214919E9A337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36" t="11873" r="24061" b="16137"/>
              <a:stretch>
                <a:fillRect/>
              </a:stretch>
            </p:blipFill>
            <p:spPr>
              <a:xfrm>
                <a:off x="3937921" y="2242877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  <p:pic>
            <p:nvPicPr>
              <p:cNvPr id="267" name="图片 266">
                <a:extLst>
                  <a:ext uri="{FF2B5EF4-FFF2-40B4-BE49-F238E27FC236}">
                    <a16:creationId xmlns:a16="http://schemas.microsoft.com/office/drawing/2014/main" id="{65F08CE4-2042-FAAF-5969-85B2CA24F334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418" t="11873" r="32279" b="16137"/>
              <a:stretch>
                <a:fillRect/>
              </a:stretch>
            </p:blipFill>
            <p:spPr>
              <a:xfrm>
                <a:off x="3937921" y="3069000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  <p:pic>
            <p:nvPicPr>
              <p:cNvPr id="268" name="图片 267">
                <a:extLst>
                  <a:ext uri="{FF2B5EF4-FFF2-40B4-BE49-F238E27FC236}">
                    <a16:creationId xmlns:a16="http://schemas.microsoft.com/office/drawing/2014/main" id="{93E52460-2FB4-21EA-CC22-1545A6E35E76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300" t="11873" r="40393" b="16137"/>
              <a:stretch>
                <a:fillRect/>
              </a:stretch>
            </p:blipFill>
            <p:spPr>
              <a:xfrm>
                <a:off x="3937921" y="3895122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</p:grp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67C037E3-0B1D-19D6-A299-1DD1E6D1D24B}"/>
                </a:ext>
              </a:extLst>
            </p:cNvPr>
            <p:cNvSpPr/>
            <p:nvPr/>
          </p:nvSpPr>
          <p:spPr>
            <a:xfrm>
              <a:off x="1921919" y="8005586"/>
              <a:ext cx="946930" cy="70264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E5BDE967-A8F0-810F-AD17-B49BDA3F33F0}"/>
                </a:ext>
              </a:extLst>
            </p:cNvPr>
            <p:cNvSpPr/>
            <p:nvPr/>
          </p:nvSpPr>
          <p:spPr>
            <a:xfrm>
              <a:off x="1921919" y="8163991"/>
              <a:ext cx="946930" cy="70264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ABCE4A98-0936-8345-01BE-41E0330BD9AF}"/>
                </a:ext>
              </a:extLst>
            </p:cNvPr>
            <p:cNvSpPr/>
            <p:nvPr/>
          </p:nvSpPr>
          <p:spPr>
            <a:xfrm>
              <a:off x="1921919" y="8425284"/>
              <a:ext cx="946930" cy="70264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80881FA9-CAA9-1807-EC84-1D95288B6D55}"/>
                </a:ext>
              </a:extLst>
            </p:cNvPr>
            <p:cNvSpPr/>
            <p:nvPr/>
          </p:nvSpPr>
          <p:spPr>
            <a:xfrm>
              <a:off x="2046717" y="8005586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37CD1B5C-2D70-1161-C07A-119115F6CF67}"/>
                </a:ext>
              </a:extLst>
            </p:cNvPr>
            <p:cNvSpPr/>
            <p:nvPr/>
          </p:nvSpPr>
          <p:spPr>
            <a:xfrm>
              <a:off x="2334119" y="8005586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CADC9FF3-509E-6B48-E728-6E6E9C1E35EA}"/>
                </a:ext>
              </a:extLst>
            </p:cNvPr>
            <p:cNvSpPr/>
            <p:nvPr/>
          </p:nvSpPr>
          <p:spPr>
            <a:xfrm>
              <a:off x="2694948" y="8005586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1404E610-7BCA-A2AC-ACB6-417E2A73E969}"/>
                </a:ext>
              </a:extLst>
            </p:cNvPr>
            <p:cNvSpPr/>
            <p:nvPr/>
          </p:nvSpPr>
          <p:spPr>
            <a:xfrm>
              <a:off x="2059921" y="8166762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7F97750F-4C9C-5209-DF06-876A0CDEB53B}"/>
                </a:ext>
              </a:extLst>
            </p:cNvPr>
            <p:cNvSpPr/>
            <p:nvPr/>
          </p:nvSpPr>
          <p:spPr>
            <a:xfrm>
              <a:off x="2353479" y="8166762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A7626B6D-185C-814F-A352-E166BDB0A61B}"/>
                </a:ext>
              </a:extLst>
            </p:cNvPr>
            <p:cNvSpPr/>
            <p:nvPr/>
          </p:nvSpPr>
          <p:spPr>
            <a:xfrm>
              <a:off x="2665239" y="8170231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69AFD29C-5B0D-35CF-36EF-ACAEB54C519B}"/>
                </a:ext>
              </a:extLst>
            </p:cNvPr>
            <p:cNvSpPr/>
            <p:nvPr/>
          </p:nvSpPr>
          <p:spPr>
            <a:xfrm>
              <a:off x="2059921" y="8430825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A56016D3-C796-26CE-8A40-A61A2EAC5026}"/>
                </a:ext>
              </a:extLst>
            </p:cNvPr>
            <p:cNvSpPr/>
            <p:nvPr/>
          </p:nvSpPr>
          <p:spPr>
            <a:xfrm>
              <a:off x="2317614" y="8430825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C72DED8C-6F5A-5F6D-CD8C-40E0B352D231}"/>
                </a:ext>
              </a:extLst>
            </p:cNvPr>
            <p:cNvSpPr/>
            <p:nvPr/>
          </p:nvSpPr>
          <p:spPr>
            <a:xfrm>
              <a:off x="2740720" y="8430825"/>
              <a:ext cx="59417" cy="7303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FBF52565-606C-EE4E-FE31-42A99516BB1B}"/>
                </a:ext>
              </a:extLst>
            </p:cNvPr>
            <p:cNvCxnSpPr/>
            <p:nvPr/>
          </p:nvCxnSpPr>
          <p:spPr>
            <a:xfrm>
              <a:off x="837298" y="7914673"/>
              <a:ext cx="0" cy="680097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0D95DBBA-2148-C5E2-392C-244893D01FE5}"/>
                </a:ext>
              </a:extLst>
            </p:cNvPr>
            <p:cNvCxnSpPr/>
            <p:nvPr/>
          </p:nvCxnSpPr>
          <p:spPr>
            <a:xfrm>
              <a:off x="1185791" y="7914673"/>
              <a:ext cx="0" cy="680097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8D64615D-C93B-41FB-CA1C-1B61F1D0CABC}"/>
                </a:ext>
              </a:extLst>
            </p:cNvPr>
            <p:cNvSpPr txBox="1"/>
            <p:nvPr/>
          </p:nvSpPr>
          <p:spPr>
            <a:xfrm>
              <a:off x="1921919" y="7720860"/>
              <a:ext cx="946930" cy="223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Phases</a:t>
              </a:r>
              <a:endParaRPr lang="zh-CN" altLang="en-US" sz="8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CF8BDA6A-3091-6219-A4C0-79E2D2D973DA}"/>
                </a:ext>
              </a:extLst>
            </p:cNvPr>
            <p:cNvSpPr txBox="1"/>
            <p:nvPr/>
          </p:nvSpPr>
          <p:spPr>
            <a:xfrm>
              <a:off x="3190090" y="7720860"/>
              <a:ext cx="632128" cy="346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tokens</a:t>
              </a:r>
              <a:endParaRPr lang="zh-CN" altLang="en-US" sz="8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8E071401-2ADD-E761-82D4-1B94DBF82B26}"/>
                </a:ext>
              </a:extLst>
            </p:cNvPr>
            <p:cNvGrpSpPr/>
            <p:nvPr/>
          </p:nvGrpSpPr>
          <p:grpSpPr>
            <a:xfrm>
              <a:off x="3244361" y="7919039"/>
              <a:ext cx="545132" cy="173096"/>
              <a:chOff x="5565322" y="2951720"/>
              <a:chExt cx="1064076" cy="274876"/>
            </a:xfrm>
          </p:grpSpPr>
          <p:sp>
            <p:nvSpPr>
              <p:cNvPr id="261" name="立方体 260">
                <a:extLst>
                  <a:ext uri="{FF2B5EF4-FFF2-40B4-BE49-F238E27FC236}">
                    <a16:creationId xmlns:a16="http://schemas.microsoft.com/office/drawing/2014/main" id="{AF2A1911-0995-3988-E6C0-D318A93CDC22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立方体 261">
                <a:extLst>
                  <a:ext uri="{FF2B5EF4-FFF2-40B4-BE49-F238E27FC236}">
                    <a16:creationId xmlns:a16="http://schemas.microsoft.com/office/drawing/2014/main" id="{32A0036E-6C83-CBD4-A36D-EFFB5971A9AC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3" name="立方体 262">
                <a:extLst>
                  <a:ext uri="{FF2B5EF4-FFF2-40B4-BE49-F238E27FC236}">
                    <a16:creationId xmlns:a16="http://schemas.microsoft.com/office/drawing/2014/main" id="{5E8CEBAA-AB94-0CA3-DF26-73668ED445CD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4" name="立方体 263">
                <a:extLst>
                  <a:ext uri="{FF2B5EF4-FFF2-40B4-BE49-F238E27FC236}">
                    <a16:creationId xmlns:a16="http://schemas.microsoft.com/office/drawing/2014/main" id="{B70BFC9E-C29C-3396-4271-ED3E9DFF5CE4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5" name="立方体 264">
                <a:extLst>
                  <a:ext uri="{FF2B5EF4-FFF2-40B4-BE49-F238E27FC236}">
                    <a16:creationId xmlns:a16="http://schemas.microsoft.com/office/drawing/2014/main" id="{1FF51EA3-30C9-B99E-B089-75986C6B3E47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B7F31202-DC0C-7F1C-093D-717B12B9F474}"/>
                </a:ext>
              </a:extLst>
            </p:cNvPr>
            <p:cNvGrpSpPr/>
            <p:nvPr/>
          </p:nvGrpSpPr>
          <p:grpSpPr>
            <a:xfrm>
              <a:off x="3244361" y="8168175"/>
              <a:ext cx="545132" cy="173096"/>
              <a:chOff x="5565322" y="2951720"/>
              <a:chExt cx="1064076" cy="274876"/>
            </a:xfrm>
          </p:grpSpPr>
          <p:sp>
            <p:nvSpPr>
              <p:cNvPr id="256" name="立方体 255">
                <a:extLst>
                  <a:ext uri="{FF2B5EF4-FFF2-40B4-BE49-F238E27FC236}">
                    <a16:creationId xmlns:a16="http://schemas.microsoft.com/office/drawing/2014/main" id="{533E6FA4-CF43-A389-93CD-E2D314F8CEAA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立方体 256">
                <a:extLst>
                  <a:ext uri="{FF2B5EF4-FFF2-40B4-BE49-F238E27FC236}">
                    <a16:creationId xmlns:a16="http://schemas.microsoft.com/office/drawing/2014/main" id="{F2A2C086-5B44-2600-88BC-D815900EE84D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8" name="立方体 257">
                <a:extLst>
                  <a:ext uri="{FF2B5EF4-FFF2-40B4-BE49-F238E27FC236}">
                    <a16:creationId xmlns:a16="http://schemas.microsoft.com/office/drawing/2014/main" id="{4A624DED-FBBB-A305-2935-8655B7D3608B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9" name="立方体 258">
                <a:extLst>
                  <a:ext uri="{FF2B5EF4-FFF2-40B4-BE49-F238E27FC236}">
                    <a16:creationId xmlns:a16="http://schemas.microsoft.com/office/drawing/2014/main" id="{A35F3375-8102-B5C7-4571-3F4BE2BFF3DD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立方体 259">
                <a:extLst>
                  <a:ext uri="{FF2B5EF4-FFF2-40B4-BE49-F238E27FC236}">
                    <a16:creationId xmlns:a16="http://schemas.microsoft.com/office/drawing/2014/main" id="{7C878BF1-E959-78E3-6F1F-7DCFECA67147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3D403E97-ACF6-1461-FE3A-4CB61D2533CC}"/>
                </a:ext>
              </a:extLst>
            </p:cNvPr>
            <p:cNvGrpSpPr/>
            <p:nvPr/>
          </p:nvGrpSpPr>
          <p:grpSpPr>
            <a:xfrm>
              <a:off x="3244361" y="8417313"/>
              <a:ext cx="545132" cy="173096"/>
              <a:chOff x="5565322" y="2951720"/>
              <a:chExt cx="1064076" cy="274876"/>
            </a:xfrm>
          </p:grpSpPr>
          <p:sp>
            <p:nvSpPr>
              <p:cNvPr id="251" name="立方体 250">
                <a:extLst>
                  <a:ext uri="{FF2B5EF4-FFF2-40B4-BE49-F238E27FC236}">
                    <a16:creationId xmlns:a16="http://schemas.microsoft.com/office/drawing/2014/main" id="{51E58888-A9C3-8A69-28EC-AAECF3653949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立方体 251">
                <a:extLst>
                  <a:ext uri="{FF2B5EF4-FFF2-40B4-BE49-F238E27FC236}">
                    <a16:creationId xmlns:a16="http://schemas.microsoft.com/office/drawing/2014/main" id="{C171C613-4320-AE3E-780D-914283528970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立方体 252">
                <a:extLst>
                  <a:ext uri="{FF2B5EF4-FFF2-40B4-BE49-F238E27FC236}">
                    <a16:creationId xmlns:a16="http://schemas.microsoft.com/office/drawing/2014/main" id="{A3338195-1C37-6A57-2635-3E31AA7FE1FE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立方体 253">
                <a:extLst>
                  <a:ext uri="{FF2B5EF4-FFF2-40B4-BE49-F238E27FC236}">
                    <a16:creationId xmlns:a16="http://schemas.microsoft.com/office/drawing/2014/main" id="{F0FAA0D9-7232-81A6-A5AD-AA30B4B58A1C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5" name="立方体 254">
                <a:extLst>
                  <a:ext uri="{FF2B5EF4-FFF2-40B4-BE49-F238E27FC236}">
                    <a16:creationId xmlns:a16="http://schemas.microsoft.com/office/drawing/2014/main" id="{89506B7F-8227-6508-DF35-12C4182B1CDE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F21C7AAD-322D-B4E7-87E1-77AEF5930D28}"/>
                </a:ext>
              </a:extLst>
            </p:cNvPr>
            <p:cNvSpPr/>
            <p:nvPr/>
          </p:nvSpPr>
          <p:spPr>
            <a:xfrm rot="10800000" flipV="1">
              <a:off x="4155248" y="7914673"/>
              <a:ext cx="648173" cy="580874"/>
            </a:xfrm>
            <a:prstGeom prst="rect">
              <a:avLst/>
            </a:prstGeom>
            <a:solidFill>
              <a:srgbClr val="A0B7E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</a:t>
              </a:r>
              <a:endParaRPr lang="zh-CN" altLang="en-US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箭头: 右 246">
              <a:extLst>
                <a:ext uri="{FF2B5EF4-FFF2-40B4-BE49-F238E27FC236}">
                  <a16:creationId xmlns:a16="http://schemas.microsoft.com/office/drawing/2014/main" id="{5A2366BE-BC2B-4761-881D-B0A50D62FA81}"/>
                </a:ext>
              </a:extLst>
            </p:cNvPr>
            <p:cNvSpPr/>
            <p:nvPr/>
          </p:nvSpPr>
          <p:spPr>
            <a:xfrm>
              <a:off x="1600679" y="8105702"/>
              <a:ext cx="267903" cy="257109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箭头: 右 247">
              <a:extLst>
                <a:ext uri="{FF2B5EF4-FFF2-40B4-BE49-F238E27FC236}">
                  <a16:creationId xmlns:a16="http://schemas.microsoft.com/office/drawing/2014/main" id="{31FDA2BF-EC8A-AC8A-B912-8AACBAFB657C}"/>
                </a:ext>
              </a:extLst>
            </p:cNvPr>
            <p:cNvSpPr/>
            <p:nvPr/>
          </p:nvSpPr>
          <p:spPr>
            <a:xfrm>
              <a:off x="2925830" y="8105702"/>
              <a:ext cx="267903" cy="257109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箭头: 右 248">
              <a:extLst>
                <a:ext uri="{FF2B5EF4-FFF2-40B4-BE49-F238E27FC236}">
                  <a16:creationId xmlns:a16="http://schemas.microsoft.com/office/drawing/2014/main" id="{5A1EE53B-F031-A4F9-757E-0F684AAA196E}"/>
                </a:ext>
              </a:extLst>
            </p:cNvPr>
            <p:cNvSpPr/>
            <p:nvPr/>
          </p:nvSpPr>
          <p:spPr>
            <a:xfrm>
              <a:off x="3842829" y="8105702"/>
              <a:ext cx="267903" cy="257109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18C33CD-49CB-EB5F-C501-F05634B001A6}"/>
                </a:ext>
              </a:extLst>
            </p:cNvPr>
            <p:cNvSpPr txBox="1"/>
            <p:nvPr/>
          </p:nvSpPr>
          <p:spPr>
            <a:xfrm>
              <a:off x="548652" y="7720860"/>
              <a:ext cx="946930" cy="223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Speed series</a:t>
              </a:r>
              <a:endParaRPr lang="zh-CN" altLang="en-US" sz="8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2E5A98B-427E-591E-073D-B3579C64C3D2}"/>
              </a:ext>
            </a:extLst>
          </p:cNvPr>
          <p:cNvCxnSpPr>
            <a:cxnSpLocks/>
          </p:cNvCxnSpPr>
          <p:nvPr/>
        </p:nvCxnSpPr>
        <p:spPr>
          <a:xfrm>
            <a:off x="4134253" y="6616587"/>
            <a:ext cx="18717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A4E399E-602E-4D9D-2B11-881F298949C8}"/>
              </a:ext>
            </a:extLst>
          </p:cNvPr>
          <p:cNvCxnSpPr>
            <a:cxnSpLocks/>
          </p:cNvCxnSpPr>
          <p:nvPr/>
        </p:nvCxnSpPr>
        <p:spPr>
          <a:xfrm>
            <a:off x="4134253" y="5260286"/>
            <a:ext cx="18717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9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72D715-ABFE-A649-98D9-8B6866733BF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" t="57704" r="42918" b="3769"/>
          <a:stretch>
            <a:fillRect/>
          </a:stretch>
        </p:blipFill>
        <p:spPr>
          <a:xfrm>
            <a:off x="598179" y="3218118"/>
            <a:ext cx="865496" cy="3188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C56D15AE-6C50-1290-AAE0-27938F513789}"/>
              </a:ext>
            </a:extLst>
          </p:cNvPr>
          <p:cNvGrpSpPr/>
          <p:nvPr/>
        </p:nvGrpSpPr>
        <p:grpSpPr>
          <a:xfrm>
            <a:off x="228600" y="3206727"/>
            <a:ext cx="246862" cy="324527"/>
            <a:chOff x="4715180" y="3420085"/>
            <a:chExt cx="849074" cy="1116197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83C015C-0C67-045A-596E-AE6E91048095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49CAB719-0F92-EA91-B97C-7A6A4A8E215C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AE4B0347-A8A8-9953-432E-DBFCB3765F08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1BBF0470-E42D-119D-3FF1-A13E8AF3140D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2B169DF3-4CC7-833E-5860-CA2936005ED8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83F593D6-A236-B089-4785-A69995DD0E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" t="57704" r="42918" b="3769"/>
          <a:stretch>
            <a:fillRect/>
          </a:stretch>
        </p:blipFill>
        <p:spPr>
          <a:xfrm>
            <a:off x="598179" y="3770568"/>
            <a:ext cx="865496" cy="3188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5D18DE8B-81C1-2646-282E-6766B7D1888A}"/>
              </a:ext>
            </a:extLst>
          </p:cNvPr>
          <p:cNvGrpSpPr/>
          <p:nvPr/>
        </p:nvGrpSpPr>
        <p:grpSpPr>
          <a:xfrm>
            <a:off x="228600" y="3759177"/>
            <a:ext cx="246862" cy="324527"/>
            <a:chOff x="4715180" y="3420085"/>
            <a:chExt cx="849074" cy="1116197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342366E-2401-C8FD-6700-57AE68E8E5D0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3EE376B1-4CBB-4891-52CC-46E780435614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C507FD55-BEEC-3C20-7552-F9B5DC272184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D56D1B7C-8A51-51EE-5015-7AD00E2F0597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725A2156-448F-8FE2-FEB9-9A46DCC0C147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733F9D0E-7540-046D-E01B-4F78FE0C2A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" t="57704" r="42918" b="3769"/>
          <a:stretch>
            <a:fillRect/>
          </a:stretch>
        </p:blipFill>
        <p:spPr>
          <a:xfrm>
            <a:off x="598179" y="4323018"/>
            <a:ext cx="865496" cy="3188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E32A4373-1F8F-9638-C006-4D31C2294EB6}"/>
              </a:ext>
            </a:extLst>
          </p:cNvPr>
          <p:cNvGrpSpPr/>
          <p:nvPr/>
        </p:nvGrpSpPr>
        <p:grpSpPr>
          <a:xfrm>
            <a:off x="228600" y="4311627"/>
            <a:ext cx="246862" cy="324527"/>
            <a:chOff x="4715180" y="3420085"/>
            <a:chExt cx="849074" cy="1116197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55054B6-D08A-EBC4-2B4F-44F5A87199E3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43" name="等腰三角形 42">
              <a:extLst>
                <a:ext uri="{FF2B5EF4-FFF2-40B4-BE49-F238E27FC236}">
                  <a16:creationId xmlns:a16="http://schemas.microsoft.com/office/drawing/2014/main" id="{64ECB438-2E3B-B7E8-9ABC-ADE5306C1A2E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F6E82C62-7B52-3700-A35C-662ED1DBE4BE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04DA422A-97FD-249F-0A51-0A2F37CA07DE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63C91D8A-2B80-6C5A-79C1-DFCA1EBA9163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pic>
        <p:nvPicPr>
          <p:cNvPr id="48" name="图片 47">
            <a:extLst>
              <a:ext uri="{FF2B5EF4-FFF2-40B4-BE49-F238E27FC236}">
                <a16:creationId xmlns:a16="http://schemas.microsoft.com/office/drawing/2014/main" id="{089F3317-8EB1-58C2-6F9A-AC96F524131D}"/>
              </a:ext>
            </a:extLst>
          </p:cNvPr>
          <p:cNvPicPr>
            <a:picLocks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" t="2229" r="42749" b="56930"/>
          <a:stretch>
            <a:fillRect/>
          </a:stretch>
        </p:blipFill>
        <p:spPr>
          <a:xfrm>
            <a:off x="598180" y="5122006"/>
            <a:ext cx="865496" cy="365355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grpSp>
        <p:nvGrpSpPr>
          <p:cNvPr id="49" name="组合 48">
            <a:extLst>
              <a:ext uri="{FF2B5EF4-FFF2-40B4-BE49-F238E27FC236}">
                <a16:creationId xmlns:a16="http://schemas.microsoft.com/office/drawing/2014/main" id="{E37A20D0-30CF-DB30-F6BE-7A4085FEAE5D}"/>
              </a:ext>
            </a:extLst>
          </p:cNvPr>
          <p:cNvGrpSpPr/>
          <p:nvPr/>
        </p:nvGrpSpPr>
        <p:grpSpPr>
          <a:xfrm>
            <a:off x="228600" y="5142419"/>
            <a:ext cx="246862" cy="324527"/>
            <a:chOff x="4715180" y="3420085"/>
            <a:chExt cx="849074" cy="1116197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785AE47-F112-2339-941A-CD1275475F36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1" name="等腰三角形 50">
              <a:extLst>
                <a:ext uri="{FF2B5EF4-FFF2-40B4-BE49-F238E27FC236}">
                  <a16:creationId xmlns:a16="http://schemas.microsoft.com/office/drawing/2014/main" id="{F655B0AA-85CF-6F27-1126-1D2F4B1D9E8B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2" name="等腰三角形 51">
              <a:extLst>
                <a:ext uri="{FF2B5EF4-FFF2-40B4-BE49-F238E27FC236}">
                  <a16:creationId xmlns:a16="http://schemas.microsoft.com/office/drawing/2014/main" id="{8B310CBE-97E8-88D4-416E-E27AA07138D3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AD047E8C-EA54-153E-C0E8-C94F0FA9AC1F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129FAC33-D126-337C-8062-E3A82A9A589A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270263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CBB6-1724-5DA2-9DA6-AFC5C0C2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A2B6D6-61DE-22F2-8A95-D5D77952C0FB}"/>
              </a:ext>
            </a:extLst>
          </p:cNvPr>
          <p:cNvGrpSpPr/>
          <p:nvPr/>
        </p:nvGrpSpPr>
        <p:grpSpPr>
          <a:xfrm>
            <a:off x="3465109" y="5884534"/>
            <a:ext cx="579150" cy="205993"/>
            <a:chOff x="6754757" y="4541485"/>
            <a:chExt cx="1474709" cy="92659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8744F83-DECA-CE93-F899-DE6E72CD8F9D}"/>
                </a:ext>
              </a:extLst>
            </p:cNvPr>
            <p:cNvSpPr/>
            <p:nvPr/>
          </p:nvSpPr>
          <p:spPr>
            <a:xfrm>
              <a:off x="6789466" y="4542886"/>
              <a:ext cx="1440000" cy="925197"/>
            </a:xfrm>
            <a:prstGeom prst="rect">
              <a:avLst/>
            </a:prstGeom>
            <a:solidFill>
              <a:srgbClr val="07DB9E">
                <a:alpha val="50000"/>
              </a:srgbClr>
            </a:solidFill>
            <a:ln w="12700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30E4BF6-6966-42EC-0CFB-77FA83261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54757" y="4541485"/>
              <a:ext cx="1440000" cy="926595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99" name="组合 498">
            <a:extLst>
              <a:ext uri="{FF2B5EF4-FFF2-40B4-BE49-F238E27FC236}">
                <a16:creationId xmlns:a16="http://schemas.microsoft.com/office/drawing/2014/main" id="{E923B410-17DB-5331-8D85-631E1AD4A678}"/>
              </a:ext>
            </a:extLst>
          </p:cNvPr>
          <p:cNvGrpSpPr/>
          <p:nvPr/>
        </p:nvGrpSpPr>
        <p:grpSpPr>
          <a:xfrm>
            <a:off x="404154" y="4366188"/>
            <a:ext cx="578072" cy="205993"/>
            <a:chOff x="6754757" y="4541490"/>
            <a:chExt cx="1474707" cy="926596"/>
          </a:xfrm>
        </p:grpSpPr>
        <p:sp>
          <p:nvSpPr>
            <p:cNvPr id="500" name="矩形 499">
              <a:extLst>
                <a:ext uri="{FF2B5EF4-FFF2-40B4-BE49-F238E27FC236}">
                  <a16:creationId xmlns:a16="http://schemas.microsoft.com/office/drawing/2014/main" id="{48E511C2-5012-1AA9-CE9B-9138B6F74C30}"/>
                </a:ext>
              </a:extLst>
            </p:cNvPr>
            <p:cNvSpPr/>
            <p:nvPr/>
          </p:nvSpPr>
          <p:spPr>
            <a:xfrm>
              <a:off x="6789464" y="4542882"/>
              <a:ext cx="1440000" cy="925198"/>
            </a:xfrm>
            <a:prstGeom prst="rect">
              <a:avLst/>
            </a:prstGeom>
            <a:solidFill>
              <a:srgbClr val="ADD5F9">
                <a:alpha val="64706"/>
              </a:srgb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501" name="图片 500">
              <a:extLst>
                <a:ext uri="{FF2B5EF4-FFF2-40B4-BE49-F238E27FC236}">
                  <a16:creationId xmlns:a16="http://schemas.microsoft.com/office/drawing/2014/main" id="{E219877C-50E7-0AFD-D046-058D98B1E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54757" y="4541490"/>
              <a:ext cx="1440000" cy="92659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02" name="组合 501">
            <a:extLst>
              <a:ext uri="{FF2B5EF4-FFF2-40B4-BE49-F238E27FC236}">
                <a16:creationId xmlns:a16="http://schemas.microsoft.com/office/drawing/2014/main" id="{CA6353A3-BEA6-23EC-88D9-C2B783B88D35}"/>
              </a:ext>
            </a:extLst>
          </p:cNvPr>
          <p:cNvGrpSpPr/>
          <p:nvPr/>
        </p:nvGrpSpPr>
        <p:grpSpPr>
          <a:xfrm>
            <a:off x="152100" y="4341829"/>
            <a:ext cx="231122" cy="303835"/>
            <a:chOff x="4715180" y="3420085"/>
            <a:chExt cx="849074" cy="1116197"/>
          </a:xfrm>
        </p:grpSpPr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6DABF125-4E52-A5D9-F729-ACE741FE5FC0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04" name="等腰三角形 503">
              <a:extLst>
                <a:ext uri="{FF2B5EF4-FFF2-40B4-BE49-F238E27FC236}">
                  <a16:creationId xmlns:a16="http://schemas.microsoft.com/office/drawing/2014/main" id="{9E41B6F8-F9E0-CDD5-4799-FB3865AC43BC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07" name="等腰三角形 506">
              <a:extLst>
                <a:ext uri="{FF2B5EF4-FFF2-40B4-BE49-F238E27FC236}">
                  <a16:creationId xmlns:a16="http://schemas.microsoft.com/office/drawing/2014/main" id="{075721ED-5B9C-3D68-4779-E2456E173F53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09" name="等腰三角形 508">
              <a:extLst>
                <a:ext uri="{FF2B5EF4-FFF2-40B4-BE49-F238E27FC236}">
                  <a16:creationId xmlns:a16="http://schemas.microsoft.com/office/drawing/2014/main" id="{6D9CD138-0DD4-1171-74E8-C6CA1378408E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10" name="等腰三角形 509">
              <a:extLst>
                <a:ext uri="{FF2B5EF4-FFF2-40B4-BE49-F238E27FC236}">
                  <a16:creationId xmlns:a16="http://schemas.microsoft.com/office/drawing/2014/main" id="{6BEF869B-B8A6-390C-93F0-90E9E4FDF03D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511" name="文本框 510">
            <a:extLst>
              <a:ext uri="{FF2B5EF4-FFF2-40B4-BE49-F238E27FC236}">
                <a16:creationId xmlns:a16="http://schemas.microsoft.com/office/drawing/2014/main" id="{C620ADE5-E650-2BE6-F79E-886FC420869F}"/>
              </a:ext>
            </a:extLst>
          </p:cNvPr>
          <p:cNvSpPr txBox="1"/>
          <p:nvPr/>
        </p:nvSpPr>
        <p:spPr>
          <a:xfrm>
            <a:off x="457535" y="4555837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1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83CE3F92-0547-46C8-D3D5-D8F54F4F482F}"/>
              </a:ext>
            </a:extLst>
          </p:cNvPr>
          <p:cNvGrpSpPr/>
          <p:nvPr/>
        </p:nvGrpSpPr>
        <p:grpSpPr>
          <a:xfrm>
            <a:off x="404154" y="4775257"/>
            <a:ext cx="578073" cy="205993"/>
            <a:chOff x="6754755" y="4541490"/>
            <a:chExt cx="1474709" cy="926596"/>
          </a:xfrm>
        </p:grpSpPr>
        <p:sp>
          <p:nvSpPr>
            <p:cNvPr id="517" name="矩形 516">
              <a:extLst>
                <a:ext uri="{FF2B5EF4-FFF2-40B4-BE49-F238E27FC236}">
                  <a16:creationId xmlns:a16="http://schemas.microsoft.com/office/drawing/2014/main" id="{6A825569-7234-44F4-AA53-786E40E943AF}"/>
                </a:ext>
              </a:extLst>
            </p:cNvPr>
            <p:cNvSpPr/>
            <p:nvPr/>
          </p:nvSpPr>
          <p:spPr>
            <a:xfrm>
              <a:off x="6789464" y="4542882"/>
              <a:ext cx="1440000" cy="925198"/>
            </a:xfrm>
            <a:prstGeom prst="rect">
              <a:avLst/>
            </a:prstGeom>
            <a:solidFill>
              <a:srgbClr val="ADD5F9">
                <a:alpha val="64706"/>
              </a:srgb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518" name="图片 517">
              <a:extLst>
                <a:ext uri="{FF2B5EF4-FFF2-40B4-BE49-F238E27FC236}">
                  <a16:creationId xmlns:a16="http://schemas.microsoft.com/office/drawing/2014/main" id="{61A75940-1EAB-34CF-F09B-E0AB2DB8C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54755" y="4541490"/>
              <a:ext cx="1440000" cy="92659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20" name="文本框 519">
            <a:extLst>
              <a:ext uri="{FF2B5EF4-FFF2-40B4-BE49-F238E27FC236}">
                <a16:creationId xmlns:a16="http://schemas.microsoft.com/office/drawing/2014/main" id="{5D739C09-6D50-5F6A-CDA4-2AFAE3CA4A1C}"/>
              </a:ext>
            </a:extLst>
          </p:cNvPr>
          <p:cNvSpPr txBox="1"/>
          <p:nvPr/>
        </p:nvSpPr>
        <p:spPr>
          <a:xfrm>
            <a:off x="457535" y="4964907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2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2" name="组合 521">
            <a:extLst>
              <a:ext uri="{FF2B5EF4-FFF2-40B4-BE49-F238E27FC236}">
                <a16:creationId xmlns:a16="http://schemas.microsoft.com/office/drawing/2014/main" id="{E91B09CE-B486-35A2-F8E6-17F601EAF66C}"/>
              </a:ext>
            </a:extLst>
          </p:cNvPr>
          <p:cNvGrpSpPr/>
          <p:nvPr/>
        </p:nvGrpSpPr>
        <p:grpSpPr>
          <a:xfrm rot="5400000">
            <a:off x="1321712" y="4246141"/>
            <a:ext cx="324368" cy="564467"/>
            <a:chOff x="4542622" y="1325781"/>
            <a:chExt cx="576654" cy="1691838"/>
          </a:xfrm>
        </p:grpSpPr>
        <p:sp>
          <p:nvSpPr>
            <p:cNvPr id="523" name="矩形 522">
              <a:extLst>
                <a:ext uri="{FF2B5EF4-FFF2-40B4-BE49-F238E27FC236}">
                  <a16:creationId xmlns:a16="http://schemas.microsoft.com/office/drawing/2014/main" id="{F9F020FD-FDF8-4BDE-D215-BF91BFD309EA}"/>
                </a:ext>
              </a:extLst>
            </p:cNvPr>
            <p:cNvSpPr/>
            <p:nvPr/>
          </p:nvSpPr>
          <p:spPr>
            <a:xfrm rot="16200000">
              <a:off x="3882344" y="1986059"/>
              <a:ext cx="1680555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49804"/>
              </a:schemeClr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25400" dist="25400" dir="81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4" name="文本框 523">
              <a:extLst>
                <a:ext uri="{FF2B5EF4-FFF2-40B4-BE49-F238E27FC236}">
                  <a16:creationId xmlns:a16="http://schemas.microsoft.com/office/drawing/2014/main" id="{400A4A1C-E8FB-CF28-2F32-691B19F27CEF}"/>
                </a:ext>
              </a:extLst>
            </p:cNvPr>
            <p:cNvSpPr txBox="1"/>
            <p:nvPr/>
          </p:nvSpPr>
          <p:spPr>
            <a:xfrm rot="16200000">
              <a:off x="4012260" y="1910602"/>
              <a:ext cx="1680554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 1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A13EC4B9-9A1F-76D2-90AF-F524A1D878EB}"/>
              </a:ext>
            </a:extLst>
          </p:cNvPr>
          <p:cNvGrpSpPr/>
          <p:nvPr/>
        </p:nvGrpSpPr>
        <p:grpSpPr>
          <a:xfrm>
            <a:off x="152100" y="4728179"/>
            <a:ext cx="231122" cy="303835"/>
            <a:chOff x="4715180" y="3420085"/>
            <a:chExt cx="849074" cy="1116197"/>
          </a:xfrm>
        </p:grpSpPr>
        <p:sp>
          <p:nvSpPr>
            <p:cNvPr id="532" name="椭圆 531">
              <a:extLst>
                <a:ext uri="{FF2B5EF4-FFF2-40B4-BE49-F238E27FC236}">
                  <a16:creationId xmlns:a16="http://schemas.microsoft.com/office/drawing/2014/main" id="{65DD841D-0507-3200-148E-5D114EB82027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33" name="等腰三角形 532">
              <a:extLst>
                <a:ext uri="{FF2B5EF4-FFF2-40B4-BE49-F238E27FC236}">
                  <a16:creationId xmlns:a16="http://schemas.microsoft.com/office/drawing/2014/main" id="{BAD19281-3A81-8D74-0AE6-A2A866779CF0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34" name="等腰三角形 533">
              <a:extLst>
                <a:ext uri="{FF2B5EF4-FFF2-40B4-BE49-F238E27FC236}">
                  <a16:creationId xmlns:a16="http://schemas.microsoft.com/office/drawing/2014/main" id="{3ADFCF26-1FAF-7F15-8103-A21AFC31DC6A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35" name="等腰三角形 534">
              <a:extLst>
                <a:ext uri="{FF2B5EF4-FFF2-40B4-BE49-F238E27FC236}">
                  <a16:creationId xmlns:a16="http://schemas.microsoft.com/office/drawing/2014/main" id="{B1884B37-38E5-B840-09C3-AC06E9293056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36" name="等腰三角形 535">
              <a:extLst>
                <a:ext uri="{FF2B5EF4-FFF2-40B4-BE49-F238E27FC236}">
                  <a16:creationId xmlns:a16="http://schemas.microsoft.com/office/drawing/2014/main" id="{44357E56-92B5-2DB5-CA1C-E799F02BC629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cxnSp>
        <p:nvCxnSpPr>
          <p:cNvPr id="537" name="直接箭头连接符 536">
            <a:extLst>
              <a:ext uri="{FF2B5EF4-FFF2-40B4-BE49-F238E27FC236}">
                <a16:creationId xmlns:a16="http://schemas.microsoft.com/office/drawing/2014/main" id="{140AB1BF-5646-EFF7-6D04-76A5232374C7}"/>
              </a:ext>
            </a:extLst>
          </p:cNvPr>
          <p:cNvCxnSpPr>
            <a:cxnSpLocks/>
          </p:cNvCxnSpPr>
          <p:nvPr/>
        </p:nvCxnSpPr>
        <p:spPr>
          <a:xfrm flipV="1">
            <a:off x="1018909" y="4467474"/>
            <a:ext cx="162000" cy="1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7" name="组合 556">
            <a:extLst>
              <a:ext uri="{FF2B5EF4-FFF2-40B4-BE49-F238E27FC236}">
                <a16:creationId xmlns:a16="http://schemas.microsoft.com/office/drawing/2014/main" id="{34FD75CA-0720-1850-5CF8-D6DECB991696}"/>
              </a:ext>
            </a:extLst>
          </p:cNvPr>
          <p:cNvGrpSpPr/>
          <p:nvPr/>
        </p:nvGrpSpPr>
        <p:grpSpPr>
          <a:xfrm rot="5400000">
            <a:off x="1321712" y="4662192"/>
            <a:ext cx="324368" cy="564467"/>
            <a:chOff x="4542622" y="1325781"/>
            <a:chExt cx="576654" cy="1691838"/>
          </a:xfrm>
        </p:grpSpPr>
        <p:sp>
          <p:nvSpPr>
            <p:cNvPr id="560" name="矩形 559">
              <a:extLst>
                <a:ext uri="{FF2B5EF4-FFF2-40B4-BE49-F238E27FC236}">
                  <a16:creationId xmlns:a16="http://schemas.microsoft.com/office/drawing/2014/main" id="{B62BC0F9-8567-14F8-92A8-8C4929928CC6}"/>
                </a:ext>
              </a:extLst>
            </p:cNvPr>
            <p:cNvSpPr/>
            <p:nvPr/>
          </p:nvSpPr>
          <p:spPr>
            <a:xfrm rot="16200000">
              <a:off x="3882344" y="1986059"/>
              <a:ext cx="1680555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49804"/>
              </a:schemeClr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25400" dist="25400" dir="81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3" name="文本框 562">
              <a:extLst>
                <a:ext uri="{FF2B5EF4-FFF2-40B4-BE49-F238E27FC236}">
                  <a16:creationId xmlns:a16="http://schemas.microsoft.com/office/drawing/2014/main" id="{4AEDF827-F7C2-8B76-6EC4-1BE1A95360B8}"/>
                </a:ext>
              </a:extLst>
            </p:cNvPr>
            <p:cNvSpPr txBox="1"/>
            <p:nvPr/>
          </p:nvSpPr>
          <p:spPr>
            <a:xfrm rot="16200000">
              <a:off x="4012260" y="1910602"/>
              <a:ext cx="1680554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 2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65" name="直接箭头连接符 564">
            <a:extLst>
              <a:ext uri="{FF2B5EF4-FFF2-40B4-BE49-F238E27FC236}">
                <a16:creationId xmlns:a16="http://schemas.microsoft.com/office/drawing/2014/main" id="{2B1D2407-81D2-1E69-98EB-7CAF7831F9D8}"/>
              </a:ext>
            </a:extLst>
          </p:cNvPr>
          <p:cNvCxnSpPr>
            <a:cxnSpLocks/>
          </p:cNvCxnSpPr>
          <p:nvPr/>
        </p:nvCxnSpPr>
        <p:spPr>
          <a:xfrm>
            <a:off x="1018909" y="4885389"/>
            <a:ext cx="1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直接箭头连接符 565">
            <a:extLst>
              <a:ext uri="{FF2B5EF4-FFF2-40B4-BE49-F238E27FC236}">
                <a16:creationId xmlns:a16="http://schemas.microsoft.com/office/drawing/2014/main" id="{83799C6D-062F-4EB0-E8EC-BE6CAA54C2BC}"/>
              </a:ext>
            </a:extLst>
          </p:cNvPr>
          <p:cNvCxnSpPr>
            <a:cxnSpLocks/>
          </p:cNvCxnSpPr>
          <p:nvPr/>
        </p:nvCxnSpPr>
        <p:spPr>
          <a:xfrm flipV="1">
            <a:off x="1803871" y="4467474"/>
            <a:ext cx="162000" cy="1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直接箭头连接符 570">
            <a:extLst>
              <a:ext uri="{FF2B5EF4-FFF2-40B4-BE49-F238E27FC236}">
                <a16:creationId xmlns:a16="http://schemas.microsoft.com/office/drawing/2014/main" id="{97894510-A8A9-5C0C-2AEF-53E828C5A353}"/>
              </a:ext>
            </a:extLst>
          </p:cNvPr>
          <p:cNvCxnSpPr>
            <a:cxnSpLocks/>
          </p:cNvCxnSpPr>
          <p:nvPr/>
        </p:nvCxnSpPr>
        <p:spPr>
          <a:xfrm>
            <a:off x="1803871" y="4885389"/>
            <a:ext cx="1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2" name="组合 571">
            <a:extLst>
              <a:ext uri="{FF2B5EF4-FFF2-40B4-BE49-F238E27FC236}">
                <a16:creationId xmlns:a16="http://schemas.microsoft.com/office/drawing/2014/main" id="{067D239B-89B7-EC23-53A4-1FF8243DC484}"/>
              </a:ext>
            </a:extLst>
          </p:cNvPr>
          <p:cNvGrpSpPr/>
          <p:nvPr/>
        </p:nvGrpSpPr>
        <p:grpSpPr>
          <a:xfrm>
            <a:off x="1803871" y="4366187"/>
            <a:ext cx="499787" cy="489732"/>
            <a:chOff x="4649679" y="2669941"/>
            <a:chExt cx="888510" cy="870636"/>
          </a:xfrm>
        </p:grpSpPr>
        <p:grpSp>
          <p:nvGrpSpPr>
            <p:cNvPr id="573" name="组合 572">
              <a:extLst>
                <a:ext uri="{FF2B5EF4-FFF2-40B4-BE49-F238E27FC236}">
                  <a16:creationId xmlns:a16="http://schemas.microsoft.com/office/drawing/2014/main" id="{0AD2816A-623A-64FE-E982-7837751694F6}"/>
                </a:ext>
              </a:extLst>
            </p:cNvPr>
            <p:cNvGrpSpPr/>
            <p:nvPr/>
          </p:nvGrpSpPr>
          <p:grpSpPr>
            <a:xfrm>
              <a:off x="4937683" y="2669941"/>
              <a:ext cx="286993" cy="393193"/>
              <a:chOff x="6770247" y="4542882"/>
              <a:chExt cx="411829" cy="994873"/>
            </a:xfrm>
          </p:grpSpPr>
          <p:sp>
            <p:nvSpPr>
              <p:cNvPr id="575" name="矩形 574">
                <a:extLst>
                  <a:ext uri="{FF2B5EF4-FFF2-40B4-BE49-F238E27FC236}">
                    <a16:creationId xmlns:a16="http://schemas.microsoft.com/office/drawing/2014/main" id="{2D98FEE7-76CC-3785-FDBC-7E194B34AD93}"/>
                  </a:ext>
                </a:extLst>
              </p:cNvPr>
              <p:cNvSpPr/>
              <p:nvPr/>
            </p:nvSpPr>
            <p:spPr>
              <a:xfrm>
                <a:off x="6789465" y="4542882"/>
                <a:ext cx="392611" cy="925197"/>
              </a:xfrm>
              <a:prstGeom prst="rect">
                <a:avLst/>
              </a:prstGeom>
              <a:solidFill>
                <a:srgbClr val="FF0000">
                  <a:alpha val="35000"/>
                </a:srgbClr>
              </a:solidFill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A63909FD-CEC8-1538-6274-D442EEC819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1300"/>
              <a:stretch>
                <a:fillRect/>
              </a:stretch>
            </p:blipFill>
            <p:spPr>
              <a:xfrm>
                <a:off x="6770247" y="4707110"/>
                <a:ext cx="355244" cy="830645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574" name="文本框 573">
              <a:extLst>
                <a:ext uri="{FF2B5EF4-FFF2-40B4-BE49-F238E27FC236}">
                  <a16:creationId xmlns:a16="http://schemas.microsoft.com/office/drawing/2014/main" id="{8A1ABA23-9335-CFF7-AA6F-A98B9F945D4D}"/>
                </a:ext>
              </a:extLst>
            </p:cNvPr>
            <p:cNvSpPr txBox="1"/>
            <p:nvPr/>
          </p:nvSpPr>
          <p:spPr>
            <a:xfrm>
              <a:off x="4649679" y="3007097"/>
              <a:ext cx="88851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1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B771B84-75C3-DE98-700B-5B0CE08E2040}"/>
              </a:ext>
            </a:extLst>
          </p:cNvPr>
          <p:cNvGrpSpPr/>
          <p:nvPr/>
        </p:nvGrpSpPr>
        <p:grpSpPr>
          <a:xfrm>
            <a:off x="1803871" y="4775256"/>
            <a:ext cx="499787" cy="489732"/>
            <a:chOff x="4649679" y="2669941"/>
            <a:chExt cx="888510" cy="870636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4805FBAC-18F9-0877-F2DF-3F06BC46E24E}"/>
                </a:ext>
              </a:extLst>
            </p:cNvPr>
            <p:cNvGrpSpPr/>
            <p:nvPr/>
          </p:nvGrpSpPr>
          <p:grpSpPr>
            <a:xfrm>
              <a:off x="4937683" y="2669941"/>
              <a:ext cx="286993" cy="393193"/>
              <a:chOff x="6770247" y="4542882"/>
              <a:chExt cx="411829" cy="994873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FB37FF15-5B33-FC1A-7FC0-2291B537F6D8}"/>
                  </a:ext>
                </a:extLst>
              </p:cNvPr>
              <p:cNvSpPr/>
              <p:nvPr/>
            </p:nvSpPr>
            <p:spPr>
              <a:xfrm>
                <a:off x="6789465" y="4542882"/>
                <a:ext cx="392611" cy="925197"/>
              </a:xfrm>
              <a:prstGeom prst="rect">
                <a:avLst/>
              </a:prstGeom>
              <a:solidFill>
                <a:srgbClr val="FF0000">
                  <a:alpha val="35000"/>
                </a:srgbClr>
              </a:solidFill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816963B5-B0F5-C918-5B34-10C607FE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1300"/>
              <a:stretch>
                <a:fillRect/>
              </a:stretch>
            </p:blipFill>
            <p:spPr>
              <a:xfrm>
                <a:off x="6770247" y="4707110"/>
                <a:ext cx="355244" cy="830645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6088098F-669E-E68E-1857-B7D97EE46BCB}"/>
                </a:ext>
              </a:extLst>
            </p:cNvPr>
            <p:cNvSpPr txBox="1"/>
            <p:nvPr/>
          </p:nvSpPr>
          <p:spPr>
            <a:xfrm>
              <a:off x="4649679" y="3007097"/>
              <a:ext cx="88851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2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D0A4F43-C7DD-53E2-BA19-CE26568F941A}"/>
              </a:ext>
            </a:extLst>
          </p:cNvPr>
          <p:cNvGrpSpPr/>
          <p:nvPr/>
        </p:nvGrpSpPr>
        <p:grpSpPr>
          <a:xfrm>
            <a:off x="3190217" y="4366188"/>
            <a:ext cx="578073" cy="205993"/>
            <a:chOff x="6754755" y="4541490"/>
            <a:chExt cx="1474709" cy="92659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EDB3D77-C42E-3235-DC86-043F93EE7383}"/>
                </a:ext>
              </a:extLst>
            </p:cNvPr>
            <p:cNvSpPr/>
            <p:nvPr/>
          </p:nvSpPr>
          <p:spPr>
            <a:xfrm>
              <a:off x="6789464" y="4542882"/>
              <a:ext cx="1440000" cy="925198"/>
            </a:xfrm>
            <a:prstGeom prst="rect">
              <a:avLst/>
            </a:prstGeom>
            <a:solidFill>
              <a:srgbClr val="ADD5F9">
                <a:alpha val="64706"/>
              </a:srgb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5425775-3D97-FFC5-6A09-D97B82189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54755" y="4541490"/>
              <a:ext cx="1440000" cy="92659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442862-38C0-F1EA-1F7B-372331A855CC}"/>
              </a:ext>
            </a:extLst>
          </p:cNvPr>
          <p:cNvGrpSpPr/>
          <p:nvPr/>
        </p:nvGrpSpPr>
        <p:grpSpPr>
          <a:xfrm>
            <a:off x="2938162" y="4341829"/>
            <a:ext cx="231122" cy="303835"/>
            <a:chOff x="4715180" y="3420085"/>
            <a:chExt cx="849074" cy="1116197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A6A3FC0-E12C-FAFD-F1A4-D05734B7ED3D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E391DD59-80DB-E8FD-EB04-06B604DFECB8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735525E5-B11F-8BB3-3FCB-799A22FAE05C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2B646584-6088-0335-56D9-A03D9BC1F9DC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F5BCD614-00EE-9987-A3CD-1816978E8DD8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F7558D8-77BB-29B6-08B9-28FCD8B9AE68}"/>
              </a:ext>
            </a:extLst>
          </p:cNvPr>
          <p:cNvSpPr txBox="1"/>
          <p:nvPr/>
        </p:nvSpPr>
        <p:spPr>
          <a:xfrm>
            <a:off x="3241079" y="4555837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1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357526B-1526-6A67-8B40-D16DB1EAF277}"/>
              </a:ext>
            </a:extLst>
          </p:cNvPr>
          <p:cNvGrpSpPr/>
          <p:nvPr/>
        </p:nvGrpSpPr>
        <p:grpSpPr>
          <a:xfrm>
            <a:off x="3190217" y="4779122"/>
            <a:ext cx="578073" cy="205993"/>
            <a:chOff x="6754755" y="4541490"/>
            <a:chExt cx="1474709" cy="92659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9086586-DF8F-6A19-58B2-03F47F699E11}"/>
                </a:ext>
              </a:extLst>
            </p:cNvPr>
            <p:cNvSpPr/>
            <p:nvPr/>
          </p:nvSpPr>
          <p:spPr>
            <a:xfrm>
              <a:off x="6789464" y="4542882"/>
              <a:ext cx="1440000" cy="925198"/>
            </a:xfrm>
            <a:prstGeom prst="rect">
              <a:avLst/>
            </a:prstGeom>
            <a:solidFill>
              <a:srgbClr val="ADD5F9">
                <a:alpha val="64706"/>
              </a:srgbClr>
            </a:solidFill>
            <a:ln w="1270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88" b="1"/>
            </a:p>
          </p:txBody>
        </p: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A3BA52CC-12DD-3CB6-AA11-FDA8EE860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754755" y="4541490"/>
              <a:ext cx="1440000" cy="92659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E7327686-FB37-DE40-BC1D-92FF556D1B82}"/>
              </a:ext>
            </a:extLst>
          </p:cNvPr>
          <p:cNvSpPr txBox="1"/>
          <p:nvPr/>
        </p:nvSpPr>
        <p:spPr>
          <a:xfrm>
            <a:off x="3241079" y="4968771"/>
            <a:ext cx="499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b="1">
                <a:latin typeface="Times New Roman" panose="02020603050405020304" pitchFamily="18" charset="0"/>
                <a:cs typeface="Times New Roman" panose="02020603050405020304" pitchFamily="18" charset="0"/>
              </a:rPr>
              <a:t>Turbine 2</a:t>
            </a:r>
            <a:endParaRPr lang="zh-CN" altLang="en-US" sz="6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9AA5EE3-05DD-BD2B-BDEF-DF1B357B0655}"/>
              </a:ext>
            </a:extLst>
          </p:cNvPr>
          <p:cNvGrpSpPr/>
          <p:nvPr/>
        </p:nvGrpSpPr>
        <p:grpSpPr>
          <a:xfrm>
            <a:off x="2938162" y="4732044"/>
            <a:ext cx="231122" cy="303835"/>
            <a:chOff x="4715180" y="3420085"/>
            <a:chExt cx="849074" cy="1116197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621ED16A-C553-9CC4-1742-7142F83B7BE8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BD2F607D-A434-1D74-50EB-CBB0B6EC2AB1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8604C124-C0DC-381F-5766-8B4BC170995F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708BD2A1-1CE8-6045-35E9-53EF36169359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64535FA5-2A89-57F6-6528-75981252EA8E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FF6497FB-66D6-DB59-CDD5-E14FD46A4C0F}"/>
              </a:ext>
            </a:extLst>
          </p:cNvPr>
          <p:cNvGrpSpPr/>
          <p:nvPr/>
        </p:nvGrpSpPr>
        <p:grpSpPr>
          <a:xfrm rot="5400000">
            <a:off x="4157195" y="4407602"/>
            <a:ext cx="220494" cy="564466"/>
            <a:chOff x="4542622" y="1325781"/>
            <a:chExt cx="391990" cy="1691837"/>
          </a:xfrm>
        </p:grpSpPr>
        <p:sp>
          <p:nvSpPr>
            <p:cNvPr id="458" name="矩形 457">
              <a:extLst>
                <a:ext uri="{FF2B5EF4-FFF2-40B4-BE49-F238E27FC236}">
                  <a16:creationId xmlns:a16="http://schemas.microsoft.com/office/drawing/2014/main" id="{3B281617-4AB6-D03F-49BF-5923D00C66FB}"/>
                </a:ext>
              </a:extLst>
            </p:cNvPr>
            <p:cNvSpPr/>
            <p:nvPr/>
          </p:nvSpPr>
          <p:spPr>
            <a:xfrm rot="16200000">
              <a:off x="3882344" y="1986059"/>
              <a:ext cx="1680555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49804"/>
              </a:schemeClr>
            </a:solidFill>
            <a:ln w="28575">
              <a:solidFill>
                <a:schemeClr val="tx2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25400" dist="25400" dir="81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9" name="文本框 458">
              <a:extLst>
                <a:ext uri="{FF2B5EF4-FFF2-40B4-BE49-F238E27FC236}">
                  <a16:creationId xmlns:a16="http://schemas.microsoft.com/office/drawing/2014/main" id="{E14BD40D-122D-5B30-A174-C1B38AB598E5}"/>
                </a:ext>
              </a:extLst>
            </p:cNvPr>
            <p:cNvSpPr txBox="1"/>
            <p:nvPr/>
          </p:nvSpPr>
          <p:spPr>
            <a:xfrm rot="16200000">
              <a:off x="3919928" y="2002934"/>
              <a:ext cx="1680554" cy="348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 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5" name="组合 484">
            <a:extLst>
              <a:ext uri="{FF2B5EF4-FFF2-40B4-BE49-F238E27FC236}">
                <a16:creationId xmlns:a16="http://schemas.microsoft.com/office/drawing/2014/main" id="{1095F1ED-02B9-B0A8-0C0D-C406F8F368A7}"/>
              </a:ext>
            </a:extLst>
          </p:cNvPr>
          <p:cNvGrpSpPr/>
          <p:nvPr/>
        </p:nvGrpSpPr>
        <p:grpSpPr>
          <a:xfrm>
            <a:off x="4587416" y="4366186"/>
            <a:ext cx="499787" cy="489732"/>
            <a:chOff x="4649679" y="2669941"/>
            <a:chExt cx="888510" cy="870636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2EE43261-4DE1-5EAB-43FB-D13544266E2B}"/>
                </a:ext>
              </a:extLst>
            </p:cNvPr>
            <p:cNvGrpSpPr/>
            <p:nvPr/>
          </p:nvGrpSpPr>
          <p:grpSpPr>
            <a:xfrm>
              <a:off x="4937683" y="2669941"/>
              <a:ext cx="286993" cy="393193"/>
              <a:chOff x="6770247" y="4542882"/>
              <a:chExt cx="411829" cy="994873"/>
            </a:xfrm>
          </p:grpSpPr>
          <p:sp>
            <p:nvSpPr>
              <p:cNvPr id="478" name="矩形 477">
                <a:extLst>
                  <a:ext uri="{FF2B5EF4-FFF2-40B4-BE49-F238E27FC236}">
                    <a16:creationId xmlns:a16="http://schemas.microsoft.com/office/drawing/2014/main" id="{CA5F8143-7BE5-A106-C974-F8DBAB3A8B1B}"/>
                  </a:ext>
                </a:extLst>
              </p:cNvPr>
              <p:cNvSpPr/>
              <p:nvPr/>
            </p:nvSpPr>
            <p:spPr>
              <a:xfrm>
                <a:off x="6789465" y="4542882"/>
                <a:ext cx="392611" cy="925197"/>
              </a:xfrm>
              <a:prstGeom prst="rect">
                <a:avLst/>
              </a:prstGeom>
              <a:solidFill>
                <a:srgbClr val="FF0000">
                  <a:alpha val="35000"/>
                </a:srgbClr>
              </a:solidFill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479" name="图片 478">
                <a:extLst>
                  <a:ext uri="{FF2B5EF4-FFF2-40B4-BE49-F238E27FC236}">
                    <a16:creationId xmlns:a16="http://schemas.microsoft.com/office/drawing/2014/main" id="{C12860D2-3815-2D0F-7787-D014E20781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1300"/>
              <a:stretch>
                <a:fillRect/>
              </a:stretch>
            </p:blipFill>
            <p:spPr>
              <a:xfrm>
                <a:off x="6770247" y="4707110"/>
                <a:ext cx="355244" cy="830645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480" name="文本框 479">
              <a:extLst>
                <a:ext uri="{FF2B5EF4-FFF2-40B4-BE49-F238E27FC236}">
                  <a16:creationId xmlns:a16="http://schemas.microsoft.com/office/drawing/2014/main" id="{999313A9-5F47-E4A7-1CDC-DCE092AB583E}"/>
                </a:ext>
              </a:extLst>
            </p:cNvPr>
            <p:cNvSpPr txBox="1"/>
            <p:nvPr/>
          </p:nvSpPr>
          <p:spPr>
            <a:xfrm>
              <a:off x="4649679" y="3007097"/>
              <a:ext cx="88851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1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1" name="组合 490">
            <a:extLst>
              <a:ext uri="{FF2B5EF4-FFF2-40B4-BE49-F238E27FC236}">
                <a16:creationId xmlns:a16="http://schemas.microsoft.com/office/drawing/2014/main" id="{15A1FE67-5EBB-6060-F77E-64E35D61BE24}"/>
              </a:ext>
            </a:extLst>
          </p:cNvPr>
          <p:cNvGrpSpPr/>
          <p:nvPr/>
        </p:nvGrpSpPr>
        <p:grpSpPr>
          <a:xfrm>
            <a:off x="4587416" y="4796039"/>
            <a:ext cx="499787" cy="489732"/>
            <a:chOff x="4649679" y="2669941"/>
            <a:chExt cx="888510" cy="870636"/>
          </a:xfrm>
        </p:grpSpPr>
        <p:grpSp>
          <p:nvGrpSpPr>
            <p:cNvPr id="492" name="组合 491">
              <a:extLst>
                <a:ext uri="{FF2B5EF4-FFF2-40B4-BE49-F238E27FC236}">
                  <a16:creationId xmlns:a16="http://schemas.microsoft.com/office/drawing/2014/main" id="{4E939550-FE50-34C8-D88C-5D8D624C51D1}"/>
                </a:ext>
              </a:extLst>
            </p:cNvPr>
            <p:cNvGrpSpPr/>
            <p:nvPr/>
          </p:nvGrpSpPr>
          <p:grpSpPr>
            <a:xfrm>
              <a:off x="4937683" y="2669941"/>
              <a:ext cx="286993" cy="393193"/>
              <a:chOff x="6770247" y="4542882"/>
              <a:chExt cx="411829" cy="994873"/>
            </a:xfrm>
          </p:grpSpPr>
          <p:sp>
            <p:nvSpPr>
              <p:cNvPr id="496" name="矩形 495">
                <a:extLst>
                  <a:ext uri="{FF2B5EF4-FFF2-40B4-BE49-F238E27FC236}">
                    <a16:creationId xmlns:a16="http://schemas.microsoft.com/office/drawing/2014/main" id="{BE1CAC00-9159-EFAC-29A0-347F682F5B59}"/>
                  </a:ext>
                </a:extLst>
              </p:cNvPr>
              <p:cNvSpPr/>
              <p:nvPr/>
            </p:nvSpPr>
            <p:spPr>
              <a:xfrm>
                <a:off x="6789465" y="4542882"/>
                <a:ext cx="392611" cy="925197"/>
              </a:xfrm>
              <a:prstGeom prst="rect">
                <a:avLst/>
              </a:prstGeom>
              <a:solidFill>
                <a:srgbClr val="FF0000">
                  <a:alpha val="35000"/>
                </a:srgbClr>
              </a:solidFill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497" name="图片 496">
                <a:extLst>
                  <a:ext uri="{FF2B5EF4-FFF2-40B4-BE49-F238E27FC236}">
                    <a16:creationId xmlns:a16="http://schemas.microsoft.com/office/drawing/2014/main" id="{B497B1F6-8ACC-0B9A-F628-EB8A0D4C25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1300"/>
              <a:stretch>
                <a:fillRect/>
              </a:stretch>
            </p:blipFill>
            <p:spPr>
              <a:xfrm>
                <a:off x="6770247" y="4707110"/>
                <a:ext cx="355244" cy="830645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493" name="文本框 492">
              <a:extLst>
                <a:ext uri="{FF2B5EF4-FFF2-40B4-BE49-F238E27FC236}">
                  <a16:creationId xmlns:a16="http://schemas.microsoft.com/office/drawing/2014/main" id="{D67E0FA5-9D0A-2F09-4DF9-A18BA2BECFBE}"/>
                </a:ext>
              </a:extLst>
            </p:cNvPr>
            <p:cNvSpPr txBox="1"/>
            <p:nvPr/>
          </p:nvSpPr>
          <p:spPr>
            <a:xfrm>
              <a:off x="4649679" y="3007097"/>
              <a:ext cx="88851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2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6" name="组合 625">
            <a:extLst>
              <a:ext uri="{FF2B5EF4-FFF2-40B4-BE49-F238E27FC236}">
                <a16:creationId xmlns:a16="http://schemas.microsoft.com/office/drawing/2014/main" id="{F2B1B18A-5B47-928E-7922-28C9350FCE3F}"/>
              </a:ext>
            </a:extLst>
          </p:cNvPr>
          <p:cNvGrpSpPr/>
          <p:nvPr/>
        </p:nvGrpSpPr>
        <p:grpSpPr>
          <a:xfrm>
            <a:off x="1513320" y="5644671"/>
            <a:ext cx="231122" cy="303835"/>
            <a:chOff x="4715180" y="3420085"/>
            <a:chExt cx="849074" cy="1116197"/>
          </a:xfrm>
        </p:grpSpPr>
        <p:sp>
          <p:nvSpPr>
            <p:cNvPr id="627" name="椭圆 626">
              <a:extLst>
                <a:ext uri="{FF2B5EF4-FFF2-40B4-BE49-F238E27FC236}">
                  <a16:creationId xmlns:a16="http://schemas.microsoft.com/office/drawing/2014/main" id="{D6C408AE-358A-8B6E-AF5B-0082911A8235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28" name="等腰三角形 627">
              <a:extLst>
                <a:ext uri="{FF2B5EF4-FFF2-40B4-BE49-F238E27FC236}">
                  <a16:creationId xmlns:a16="http://schemas.microsoft.com/office/drawing/2014/main" id="{66E3BC64-1335-AE20-882B-531F89969A30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29" name="等腰三角形 628">
              <a:extLst>
                <a:ext uri="{FF2B5EF4-FFF2-40B4-BE49-F238E27FC236}">
                  <a16:creationId xmlns:a16="http://schemas.microsoft.com/office/drawing/2014/main" id="{24D937B4-A670-2EA4-6A38-1DB6F96B5216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30" name="等腰三角形 629">
              <a:extLst>
                <a:ext uri="{FF2B5EF4-FFF2-40B4-BE49-F238E27FC236}">
                  <a16:creationId xmlns:a16="http://schemas.microsoft.com/office/drawing/2014/main" id="{D6E2E309-C207-F863-3A75-12F152AC4B6E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36" name="等腰三角形 635">
              <a:extLst>
                <a:ext uri="{FF2B5EF4-FFF2-40B4-BE49-F238E27FC236}">
                  <a16:creationId xmlns:a16="http://schemas.microsoft.com/office/drawing/2014/main" id="{1475C3DB-820E-5453-29E7-5C5D629B3FB8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5624B98-BD67-EC0B-4584-DADE6AA93AA0}"/>
              </a:ext>
            </a:extLst>
          </p:cNvPr>
          <p:cNvGrpSpPr/>
          <p:nvPr/>
        </p:nvGrpSpPr>
        <p:grpSpPr>
          <a:xfrm>
            <a:off x="1765374" y="5543756"/>
            <a:ext cx="578073" cy="486241"/>
            <a:chOff x="3138443" y="2669942"/>
            <a:chExt cx="1027685" cy="864428"/>
          </a:xfrm>
        </p:grpSpPr>
        <p:grpSp>
          <p:nvGrpSpPr>
            <p:cNvPr id="622" name="组合 621">
              <a:extLst>
                <a:ext uri="{FF2B5EF4-FFF2-40B4-BE49-F238E27FC236}">
                  <a16:creationId xmlns:a16="http://schemas.microsoft.com/office/drawing/2014/main" id="{2C6060C8-528C-49BD-E916-BB888CDC977D}"/>
                </a:ext>
              </a:extLst>
            </p:cNvPr>
            <p:cNvGrpSpPr/>
            <p:nvPr/>
          </p:nvGrpSpPr>
          <p:grpSpPr>
            <a:xfrm>
              <a:off x="3138443" y="2669942"/>
              <a:ext cx="1027685" cy="366209"/>
              <a:chOff x="6754755" y="4541490"/>
              <a:chExt cx="1474709" cy="926596"/>
            </a:xfrm>
          </p:grpSpPr>
          <p:sp>
            <p:nvSpPr>
              <p:cNvPr id="623" name="矩形 622">
                <a:extLst>
                  <a:ext uri="{FF2B5EF4-FFF2-40B4-BE49-F238E27FC236}">
                    <a16:creationId xmlns:a16="http://schemas.microsoft.com/office/drawing/2014/main" id="{69FD444A-D16D-0DCE-1A8B-C7E2EDE093D8}"/>
                  </a:ext>
                </a:extLst>
              </p:cNvPr>
              <p:cNvSpPr/>
              <p:nvPr/>
            </p:nvSpPr>
            <p:spPr>
              <a:xfrm>
                <a:off x="6789464" y="4542882"/>
                <a:ext cx="1440000" cy="925198"/>
              </a:xfrm>
              <a:prstGeom prst="rect">
                <a:avLst/>
              </a:prstGeom>
              <a:solidFill>
                <a:srgbClr val="ADD5F9">
                  <a:alpha val="64706"/>
                </a:srgbClr>
              </a:solidFill>
              <a:ln w="127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624" name="图片 623">
                <a:extLst>
                  <a:ext uri="{FF2B5EF4-FFF2-40B4-BE49-F238E27FC236}">
                    <a16:creationId xmlns:a16="http://schemas.microsoft.com/office/drawing/2014/main" id="{3C79D75F-9F7D-BA31-996A-20D67F9A1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6754755" y="4541490"/>
                <a:ext cx="1440000" cy="92659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638" name="文本框 637">
              <a:extLst>
                <a:ext uri="{FF2B5EF4-FFF2-40B4-BE49-F238E27FC236}">
                  <a16:creationId xmlns:a16="http://schemas.microsoft.com/office/drawing/2014/main" id="{50B5BB32-C72A-3332-96FF-FD84E4C7E9FC}"/>
                </a:ext>
              </a:extLst>
            </p:cNvPr>
            <p:cNvSpPr txBox="1"/>
            <p:nvPr/>
          </p:nvSpPr>
          <p:spPr>
            <a:xfrm>
              <a:off x="3208031" y="3000891"/>
              <a:ext cx="888510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Turbine 1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1FF03A-2DB9-D9F1-ABB9-C90ACB0B7547}"/>
              </a:ext>
            </a:extLst>
          </p:cNvPr>
          <p:cNvGrpSpPr/>
          <p:nvPr/>
        </p:nvGrpSpPr>
        <p:grpSpPr>
          <a:xfrm>
            <a:off x="1765374" y="6213921"/>
            <a:ext cx="578073" cy="482278"/>
            <a:chOff x="3138443" y="3347596"/>
            <a:chExt cx="1027685" cy="857383"/>
          </a:xfrm>
        </p:grpSpPr>
        <p:grpSp>
          <p:nvGrpSpPr>
            <p:cNvPr id="639" name="组合 638">
              <a:extLst>
                <a:ext uri="{FF2B5EF4-FFF2-40B4-BE49-F238E27FC236}">
                  <a16:creationId xmlns:a16="http://schemas.microsoft.com/office/drawing/2014/main" id="{A122900A-FAD1-FF34-B73B-CF2AEAB852C1}"/>
                </a:ext>
              </a:extLst>
            </p:cNvPr>
            <p:cNvGrpSpPr/>
            <p:nvPr/>
          </p:nvGrpSpPr>
          <p:grpSpPr>
            <a:xfrm>
              <a:off x="3138443" y="3347596"/>
              <a:ext cx="1027685" cy="366209"/>
              <a:chOff x="6754755" y="4541490"/>
              <a:chExt cx="1474709" cy="926596"/>
            </a:xfrm>
          </p:grpSpPr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25695C1E-3594-9CE3-FEA3-579E8B519AA2}"/>
                  </a:ext>
                </a:extLst>
              </p:cNvPr>
              <p:cNvSpPr/>
              <p:nvPr/>
            </p:nvSpPr>
            <p:spPr>
              <a:xfrm>
                <a:off x="6789464" y="4542882"/>
                <a:ext cx="1440000" cy="925198"/>
              </a:xfrm>
              <a:prstGeom prst="rect">
                <a:avLst/>
              </a:prstGeom>
              <a:solidFill>
                <a:srgbClr val="ADD5F9">
                  <a:alpha val="64706"/>
                </a:srgbClr>
              </a:solidFill>
              <a:ln w="1270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id="{B288DD45-82C3-E668-84DC-4D81B4335C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6754755" y="4541490"/>
                <a:ext cx="1440000" cy="92659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8E03445B-6449-14BC-021A-08D603878D5A}"/>
                </a:ext>
              </a:extLst>
            </p:cNvPr>
            <p:cNvSpPr txBox="1"/>
            <p:nvPr/>
          </p:nvSpPr>
          <p:spPr>
            <a:xfrm>
              <a:off x="3208031" y="3671500"/>
              <a:ext cx="888510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Turbine 2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05606C87-9D5E-BE3D-B87A-62744F8BA5D6}"/>
              </a:ext>
            </a:extLst>
          </p:cNvPr>
          <p:cNvGrpSpPr/>
          <p:nvPr/>
        </p:nvGrpSpPr>
        <p:grpSpPr>
          <a:xfrm>
            <a:off x="1513320" y="6014492"/>
            <a:ext cx="231122" cy="303835"/>
            <a:chOff x="4715180" y="3420085"/>
            <a:chExt cx="849074" cy="1116197"/>
          </a:xfrm>
        </p:grpSpPr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A568CBAE-D229-409C-DC62-1C1DC1C01654}"/>
                </a:ext>
              </a:extLst>
            </p:cNvPr>
            <p:cNvSpPr/>
            <p:nvPr/>
          </p:nvSpPr>
          <p:spPr>
            <a:xfrm flipV="1">
              <a:off x="5047943" y="3773488"/>
              <a:ext cx="180000" cy="1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01" name="等腰三角形 200">
              <a:extLst>
                <a:ext uri="{FF2B5EF4-FFF2-40B4-BE49-F238E27FC236}">
                  <a16:creationId xmlns:a16="http://schemas.microsoft.com/office/drawing/2014/main" id="{F875DF2F-CEFB-49E1-2117-B3778306D32D}"/>
                </a:ext>
              </a:extLst>
            </p:cNvPr>
            <p:cNvSpPr/>
            <p:nvPr/>
          </p:nvSpPr>
          <p:spPr>
            <a:xfrm>
              <a:off x="5077750" y="342008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02" name="等腰三角形 201">
              <a:extLst>
                <a:ext uri="{FF2B5EF4-FFF2-40B4-BE49-F238E27FC236}">
                  <a16:creationId xmlns:a16="http://schemas.microsoft.com/office/drawing/2014/main" id="{75931E14-59D9-7D06-1F60-E40E012C6BA0}"/>
                </a:ext>
              </a:extLst>
            </p:cNvPr>
            <p:cNvSpPr/>
            <p:nvPr/>
          </p:nvSpPr>
          <p:spPr>
            <a:xfrm rot="14445884">
              <a:off x="4816986" y="3851313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03" name="等腰三角形 202">
              <a:extLst>
                <a:ext uri="{FF2B5EF4-FFF2-40B4-BE49-F238E27FC236}">
                  <a16:creationId xmlns:a16="http://schemas.microsoft.com/office/drawing/2014/main" id="{8BAEAB4C-E16D-40A1-3381-214F17257B5B}"/>
                </a:ext>
              </a:extLst>
            </p:cNvPr>
            <p:cNvSpPr/>
            <p:nvPr/>
          </p:nvSpPr>
          <p:spPr>
            <a:xfrm rot="7154116" flipH="1">
              <a:off x="5342060" y="3851315"/>
              <a:ext cx="120387" cy="32400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204" name="等腰三角形 203">
              <a:extLst>
                <a:ext uri="{FF2B5EF4-FFF2-40B4-BE49-F238E27FC236}">
                  <a16:creationId xmlns:a16="http://schemas.microsoft.com/office/drawing/2014/main" id="{840C2132-0B2E-F66B-1ABF-41AFF4AD5F01}"/>
                </a:ext>
              </a:extLst>
            </p:cNvPr>
            <p:cNvSpPr/>
            <p:nvPr/>
          </p:nvSpPr>
          <p:spPr>
            <a:xfrm>
              <a:off x="5051490" y="3982892"/>
              <a:ext cx="172907" cy="553390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D1E23A6A-E0A5-642B-35B8-C09E87510C61}"/>
              </a:ext>
            </a:extLst>
          </p:cNvPr>
          <p:cNvGrpSpPr/>
          <p:nvPr/>
        </p:nvGrpSpPr>
        <p:grpSpPr>
          <a:xfrm rot="5400000">
            <a:off x="2738276" y="5692043"/>
            <a:ext cx="325319" cy="662219"/>
            <a:chOff x="4542622" y="1317868"/>
            <a:chExt cx="578344" cy="1688468"/>
          </a:xfrm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1CA2523B-78A7-C7B4-8DD5-CAABBC834D29}"/>
                </a:ext>
              </a:extLst>
            </p:cNvPr>
            <p:cNvSpPr/>
            <p:nvPr/>
          </p:nvSpPr>
          <p:spPr>
            <a:xfrm rot="16200000">
              <a:off x="3882344" y="1986059"/>
              <a:ext cx="1680555" cy="360000"/>
            </a:xfrm>
            <a:prstGeom prst="rect">
              <a:avLst/>
            </a:prstGeom>
            <a:solidFill>
              <a:srgbClr val="7030A0">
                <a:alpha val="25000"/>
              </a:srgbClr>
            </a:solidFill>
            <a:ln w="28575">
              <a:solidFill>
                <a:srgbClr val="8F45C7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25400" dist="25400" dir="81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615EA3DC-850E-C20F-EABB-EB3178D58048}"/>
                </a:ext>
              </a:extLst>
            </p:cNvPr>
            <p:cNvSpPr txBox="1"/>
            <p:nvPr/>
          </p:nvSpPr>
          <p:spPr>
            <a:xfrm rot="16200000">
              <a:off x="4013949" y="1891406"/>
              <a:ext cx="1680555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Decomposition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31B84FE-BB6E-2B13-384C-FD3514F44BA1}"/>
              </a:ext>
            </a:extLst>
          </p:cNvPr>
          <p:cNvGrpSpPr/>
          <p:nvPr/>
        </p:nvGrpSpPr>
        <p:grpSpPr>
          <a:xfrm>
            <a:off x="3465647" y="5561877"/>
            <a:ext cx="578073" cy="486241"/>
            <a:chOff x="7127721" y="2781548"/>
            <a:chExt cx="1027685" cy="864428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36304FC2-F758-39B6-ACBE-03E10B453D67}"/>
                </a:ext>
              </a:extLst>
            </p:cNvPr>
            <p:cNvGrpSpPr/>
            <p:nvPr/>
          </p:nvGrpSpPr>
          <p:grpSpPr>
            <a:xfrm>
              <a:off x="7127721" y="2781548"/>
              <a:ext cx="1027685" cy="366209"/>
              <a:chOff x="6132513" y="2669942"/>
              <a:chExt cx="1027685" cy="366209"/>
            </a:xfrm>
          </p:grpSpPr>
          <p:sp>
            <p:nvSpPr>
              <p:cNvPr id="648" name="矩形 647">
                <a:extLst>
                  <a:ext uri="{FF2B5EF4-FFF2-40B4-BE49-F238E27FC236}">
                    <a16:creationId xmlns:a16="http://schemas.microsoft.com/office/drawing/2014/main" id="{41617C83-07DA-A7CF-C927-859583F6EB20}"/>
                  </a:ext>
                </a:extLst>
              </p:cNvPr>
              <p:cNvSpPr/>
              <p:nvPr/>
            </p:nvSpPr>
            <p:spPr>
              <a:xfrm>
                <a:off x="6156701" y="2670492"/>
                <a:ext cx="1003497" cy="3656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64706"/>
                </a:schemeClr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649" name="图片 648">
                <a:extLst>
                  <a:ext uri="{FF2B5EF4-FFF2-40B4-BE49-F238E27FC236}">
                    <a16:creationId xmlns:a16="http://schemas.microsoft.com/office/drawing/2014/main" id="{BC8211F7-1105-696A-BAA0-0CC2F8CFC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6132513" y="2669942"/>
                <a:ext cx="1003497" cy="366209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650" name="文本框 649">
              <a:extLst>
                <a:ext uri="{FF2B5EF4-FFF2-40B4-BE49-F238E27FC236}">
                  <a16:creationId xmlns:a16="http://schemas.microsoft.com/office/drawing/2014/main" id="{26916EA9-D2E0-77D4-EBF2-C762948F95C5}"/>
                </a:ext>
              </a:extLst>
            </p:cNvPr>
            <p:cNvSpPr txBox="1"/>
            <p:nvPr/>
          </p:nvSpPr>
          <p:spPr>
            <a:xfrm>
              <a:off x="7218939" y="3112497"/>
              <a:ext cx="888510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1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3" name="直接箭头连接符 672">
            <a:extLst>
              <a:ext uri="{FF2B5EF4-FFF2-40B4-BE49-F238E27FC236}">
                <a16:creationId xmlns:a16="http://schemas.microsoft.com/office/drawing/2014/main" id="{6E218132-10D6-4D6A-A2C5-A1539CC97B73}"/>
              </a:ext>
            </a:extLst>
          </p:cNvPr>
          <p:cNvCxnSpPr>
            <a:cxnSpLocks/>
          </p:cNvCxnSpPr>
          <p:nvPr/>
        </p:nvCxnSpPr>
        <p:spPr>
          <a:xfrm>
            <a:off x="4599532" y="5835629"/>
            <a:ext cx="16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ECFBD94-4029-5F3B-5F2B-7901FC4A4BDC}"/>
              </a:ext>
            </a:extLst>
          </p:cNvPr>
          <p:cNvGrpSpPr/>
          <p:nvPr/>
        </p:nvGrpSpPr>
        <p:grpSpPr>
          <a:xfrm>
            <a:off x="3802454" y="4440232"/>
            <a:ext cx="920458" cy="466333"/>
            <a:chOff x="6759918" y="485413"/>
            <a:chExt cx="1636370" cy="829036"/>
          </a:xfrm>
        </p:grpSpPr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2D6D03FA-A238-2007-8FD5-98C982A6D9C5}"/>
                </a:ext>
              </a:extLst>
            </p:cNvPr>
            <p:cNvCxnSpPr>
              <a:cxnSpLocks/>
            </p:cNvCxnSpPr>
            <p:nvPr/>
          </p:nvCxnSpPr>
          <p:spPr>
            <a:xfrm>
              <a:off x="6759918" y="485413"/>
              <a:ext cx="283820" cy="2646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8FA7025-EE5A-A77B-645F-FA5AAE63A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9918" y="1049768"/>
              <a:ext cx="283820" cy="2646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E1CA4FA-155D-A014-1F57-79A2593253B8}"/>
                </a:ext>
              </a:extLst>
            </p:cNvPr>
            <p:cNvCxnSpPr>
              <a:cxnSpLocks/>
            </p:cNvCxnSpPr>
            <p:nvPr/>
          </p:nvCxnSpPr>
          <p:spPr>
            <a:xfrm>
              <a:off x="8112468" y="1049767"/>
              <a:ext cx="283820" cy="2646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5698EE27-B62C-68CC-A1E8-105D310B8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468" y="485413"/>
              <a:ext cx="283820" cy="2646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C4D985B-D844-F2F3-5209-3FE6F240B087}"/>
              </a:ext>
            </a:extLst>
          </p:cNvPr>
          <p:cNvCxnSpPr>
            <a:cxnSpLocks/>
          </p:cNvCxnSpPr>
          <p:nvPr/>
        </p:nvCxnSpPr>
        <p:spPr>
          <a:xfrm>
            <a:off x="2348388" y="5745474"/>
            <a:ext cx="159649" cy="1488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D0E9735-7E1F-5033-B782-79B690F1672A}"/>
              </a:ext>
            </a:extLst>
          </p:cNvPr>
          <p:cNvCxnSpPr>
            <a:cxnSpLocks/>
          </p:cNvCxnSpPr>
          <p:nvPr/>
        </p:nvCxnSpPr>
        <p:spPr>
          <a:xfrm flipV="1">
            <a:off x="2348388" y="6062924"/>
            <a:ext cx="159649" cy="1488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C4F0306-BFD0-64A1-3569-A77ABAA9B606}"/>
              </a:ext>
            </a:extLst>
          </p:cNvPr>
          <p:cNvCxnSpPr>
            <a:cxnSpLocks/>
          </p:cNvCxnSpPr>
          <p:nvPr/>
        </p:nvCxnSpPr>
        <p:spPr>
          <a:xfrm>
            <a:off x="3274506" y="6062923"/>
            <a:ext cx="159649" cy="1488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7E2E726-4DAD-B3F6-9CB4-BF4996A04DBF}"/>
              </a:ext>
            </a:extLst>
          </p:cNvPr>
          <p:cNvCxnSpPr>
            <a:cxnSpLocks/>
          </p:cNvCxnSpPr>
          <p:nvPr/>
        </p:nvCxnSpPr>
        <p:spPr>
          <a:xfrm flipV="1">
            <a:off x="3274506" y="5745474"/>
            <a:ext cx="159649" cy="1488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6F623E1-7EC3-3667-0514-59DA96175A06}"/>
              </a:ext>
            </a:extLst>
          </p:cNvPr>
          <p:cNvCxnSpPr>
            <a:cxnSpLocks/>
          </p:cNvCxnSpPr>
          <p:nvPr/>
        </p:nvCxnSpPr>
        <p:spPr>
          <a:xfrm>
            <a:off x="3274506" y="5974811"/>
            <a:ext cx="1946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F347479-DB83-04EC-78E0-51B6D5CC76DC}"/>
              </a:ext>
            </a:extLst>
          </p:cNvPr>
          <p:cNvGrpSpPr/>
          <p:nvPr/>
        </p:nvGrpSpPr>
        <p:grpSpPr>
          <a:xfrm>
            <a:off x="3465647" y="6202596"/>
            <a:ext cx="578073" cy="486241"/>
            <a:chOff x="7127721" y="2781548"/>
            <a:chExt cx="1027685" cy="86442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3F7A291-9541-39CA-88F8-0F56622A3A8E}"/>
                </a:ext>
              </a:extLst>
            </p:cNvPr>
            <p:cNvGrpSpPr/>
            <p:nvPr/>
          </p:nvGrpSpPr>
          <p:grpSpPr>
            <a:xfrm>
              <a:off x="7127721" y="2781548"/>
              <a:ext cx="1027685" cy="366209"/>
              <a:chOff x="6132513" y="2669942"/>
              <a:chExt cx="1027685" cy="366209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9655111-1BCB-66CE-378B-3846F0A5D927}"/>
                  </a:ext>
                </a:extLst>
              </p:cNvPr>
              <p:cNvSpPr/>
              <p:nvPr/>
            </p:nvSpPr>
            <p:spPr>
              <a:xfrm>
                <a:off x="6156701" y="2670492"/>
                <a:ext cx="1003497" cy="3656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64706"/>
                </a:schemeClr>
              </a:solidFill>
              <a:ln w="12700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88" b="1"/>
              </a:p>
            </p:txBody>
          </p:sp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9943871D-9D03-13F1-8F5E-780B18F30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6132513" y="2669942"/>
                <a:ext cx="1003497" cy="366209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ACF2174-14ED-707C-8D86-441648148CCD}"/>
                </a:ext>
              </a:extLst>
            </p:cNvPr>
            <p:cNvSpPr txBox="1"/>
            <p:nvPr/>
          </p:nvSpPr>
          <p:spPr>
            <a:xfrm>
              <a:off x="7218939" y="3112497"/>
              <a:ext cx="888510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7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Residual 1</a:t>
              </a:r>
              <a:endParaRPr lang="zh-CN" altLang="en-US" sz="675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301B74F-C902-B717-9A55-37979FF45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909" y="12392667"/>
            <a:ext cx="4260056" cy="120567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0B29D29-B309-5819-2F09-0437579CEA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0793" y="5710870"/>
            <a:ext cx="564467" cy="205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34737EB-B14B-D842-3EC0-9398E41B7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00273" y="12284620"/>
            <a:ext cx="4715533" cy="241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4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7B93CC-9327-5EFA-28A7-4D52E61C7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9" b="13467"/>
          <a:stretch>
            <a:fillRect/>
          </a:stretch>
        </p:blipFill>
        <p:spPr>
          <a:xfrm>
            <a:off x="0" y="4419004"/>
            <a:ext cx="6858000" cy="3075385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CDB6A878-3C42-D15F-29C2-D108B7C85AA9}"/>
              </a:ext>
            </a:extLst>
          </p:cNvPr>
          <p:cNvSpPr/>
          <p:nvPr/>
        </p:nvSpPr>
        <p:spPr>
          <a:xfrm rot="21345203">
            <a:off x="1450627" y="5278488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918C8D2-E773-16A1-EE65-ED628B58423E}"/>
              </a:ext>
            </a:extLst>
          </p:cNvPr>
          <p:cNvSpPr/>
          <p:nvPr/>
        </p:nvSpPr>
        <p:spPr>
          <a:xfrm rot="21345203">
            <a:off x="1450627" y="5457082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E0F66007-887F-04A1-7A3C-8E387E7CBB74}"/>
              </a:ext>
            </a:extLst>
          </p:cNvPr>
          <p:cNvSpPr/>
          <p:nvPr/>
        </p:nvSpPr>
        <p:spPr>
          <a:xfrm>
            <a:off x="893415" y="5932531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77C89C73-1F36-9852-B933-664099486347}"/>
              </a:ext>
            </a:extLst>
          </p:cNvPr>
          <p:cNvSpPr/>
          <p:nvPr/>
        </p:nvSpPr>
        <p:spPr>
          <a:xfrm>
            <a:off x="893415" y="6111124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9BE4021-275D-60F5-A35D-AE572DAF571E}"/>
              </a:ext>
            </a:extLst>
          </p:cNvPr>
          <p:cNvSpPr/>
          <p:nvPr/>
        </p:nvSpPr>
        <p:spPr>
          <a:xfrm>
            <a:off x="2066776" y="5932531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CB0AA43-A988-0420-A7A5-B6AC88F1ABCE}"/>
              </a:ext>
            </a:extLst>
          </p:cNvPr>
          <p:cNvSpPr/>
          <p:nvPr/>
        </p:nvSpPr>
        <p:spPr>
          <a:xfrm>
            <a:off x="2066776" y="6111124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D4A4999-DA86-3A86-C1B6-60559C315787}"/>
              </a:ext>
            </a:extLst>
          </p:cNvPr>
          <p:cNvSpPr/>
          <p:nvPr/>
        </p:nvSpPr>
        <p:spPr>
          <a:xfrm rot="21345203">
            <a:off x="1450627" y="6651736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67DD7EA-5AA7-6696-A729-9BFD910E2702}"/>
              </a:ext>
            </a:extLst>
          </p:cNvPr>
          <p:cNvSpPr/>
          <p:nvPr/>
        </p:nvSpPr>
        <p:spPr>
          <a:xfrm rot="21345203">
            <a:off x="1450627" y="6830330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89EEEB-190E-509B-3B37-1ECCE2EB132F}"/>
              </a:ext>
            </a:extLst>
          </p:cNvPr>
          <p:cNvSpPr/>
          <p:nvPr/>
        </p:nvSpPr>
        <p:spPr>
          <a:xfrm>
            <a:off x="6123980" y="7273598"/>
            <a:ext cx="664369" cy="220792"/>
          </a:xfrm>
          <a:prstGeom prst="rect">
            <a:avLst/>
          </a:prstGeom>
          <a:solidFill>
            <a:srgbClr val="E6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25" b="1">
              <a:solidFill>
                <a:srgbClr val="0D314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FA90B0-58DB-EF3F-CE6F-8B3ECC525FAA}"/>
              </a:ext>
            </a:extLst>
          </p:cNvPr>
          <p:cNvSpPr/>
          <p:nvPr/>
        </p:nvSpPr>
        <p:spPr>
          <a:xfrm>
            <a:off x="0" y="4365427"/>
            <a:ext cx="3391495" cy="508992"/>
          </a:xfrm>
          <a:prstGeom prst="rect">
            <a:avLst/>
          </a:prstGeom>
          <a:solidFill>
            <a:srgbClr val="E6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75" b="1">
                <a:solidFill>
                  <a:srgbClr val="0D3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 Speed is Correlated</a:t>
            </a:r>
            <a:endParaRPr lang="zh-CN" altLang="en-US" sz="1575" b="1">
              <a:solidFill>
                <a:srgbClr val="0D314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CD603F2D-8EBA-3F9E-0522-E373065811C3}"/>
              </a:ext>
            </a:extLst>
          </p:cNvPr>
          <p:cNvSpPr/>
          <p:nvPr/>
        </p:nvSpPr>
        <p:spPr>
          <a:xfrm rot="21215118">
            <a:off x="4541361" y="5304907"/>
            <a:ext cx="314021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A7A564-8016-8BA9-7BBB-7515DA9ECB02}"/>
              </a:ext>
            </a:extLst>
          </p:cNvPr>
          <p:cNvSpPr/>
          <p:nvPr/>
        </p:nvSpPr>
        <p:spPr>
          <a:xfrm>
            <a:off x="2867249" y="4365427"/>
            <a:ext cx="3337917" cy="508992"/>
          </a:xfrm>
          <a:prstGeom prst="rect">
            <a:avLst/>
          </a:prstGeom>
          <a:solidFill>
            <a:srgbClr val="E6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75" b="1">
              <a:solidFill>
                <a:srgbClr val="0D314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DF489B-411C-3A5D-71FC-8AE1B264FAFD}"/>
              </a:ext>
            </a:extLst>
          </p:cNvPr>
          <p:cNvSpPr/>
          <p:nvPr/>
        </p:nvSpPr>
        <p:spPr>
          <a:xfrm>
            <a:off x="3520083" y="4365427"/>
            <a:ext cx="3337917" cy="508992"/>
          </a:xfrm>
          <a:prstGeom prst="rect">
            <a:avLst/>
          </a:prstGeom>
          <a:solidFill>
            <a:srgbClr val="E6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75" b="1">
                <a:solidFill>
                  <a:srgbClr val="0D3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 Direction is Turbine-specific</a:t>
            </a:r>
            <a:endParaRPr lang="zh-CN" altLang="en-US" sz="1575" b="1">
              <a:solidFill>
                <a:srgbClr val="0D314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6FC3289-1C6A-5B0E-8944-26859D831222}"/>
              </a:ext>
            </a:extLst>
          </p:cNvPr>
          <p:cNvCxnSpPr>
            <a:endCxn id="5" idx="2"/>
          </p:cNvCxnSpPr>
          <p:nvPr/>
        </p:nvCxnSpPr>
        <p:spPr>
          <a:xfrm>
            <a:off x="3429000" y="4365426"/>
            <a:ext cx="0" cy="3128963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7EF6883-DF45-0156-0150-227E1CFB118E}"/>
              </a:ext>
            </a:extLst>
          </p:cNvPr>
          <p:cNvSpPr/>
          <p:nvPr/>
        </p:nvSpPr>
        <p:spPr>
          <a:xfrm>
            <a:off x="214321" y="5355670"/>
            <a:ext cx="438514" cy="1913192"/>
          </a:xfrm>
          <a:prstGeom prst="rect">
            <a:avLst/>
          </a:prstGeom>
          <a:solidFill>
            <a:srgbClr val="C2D3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1C6F639-4C06-9B13-5B55-7B52E475EBBA}"/>
              </a:ext>
            </a:extLst>
          </p:cNvPr>
          <p:cNvSpPr/>
          <p:nvPr/>
        </p:nvSpPr>
        <p:spPr>
          <a:xfrm>
            <a:off x="240283" y="5419020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CA2867D-EE49-9D79-FE66-5D96DAC37042}"/>
              </a:ext>
            </a:extLst>
          </p:cNvPr>
          <p:cNvSpPr/>
          <p:nvPr/>
        </p:nvSpPr>
        <p:spPr>
          <a:xfrm>
            <a:off x="240283" y="5638487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EFB0F28-4668-0347-0179-3F184F4EBFBD}"/>
              </a:ext>
            </a:extLst>
          </p:cNvPr>
          <p:cNvSpPr/>
          <p:nvPr/>
        </p:nvSpPr>
        <p:spPr>
          <a:xfrm>
            <a:off x="240283" y="5857954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9839634-BB8B-2EB8-5237-2614668DC6FE}"/>
              </a:ext>
            </a:extLst>
          </p:cNvPr>
          <p:cNvSpPr/>
          <p:nvPr/>
        </p:nvSpPr>
        <p:spPr>
          <a:xfrm>
            <a:off x="240283" y="6077421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14443E3-ED8A-E22A-6DCF-E828643F9FD0}"/>
              </a:ext>
            </a:extLst>
          </p:cNvPr>
          <p:cNvSpPr/>
          <p:nvPr/>
        </p:nvSpPr>
        <p:spPr>
          <a:xfrm>
            <a:off x="240283" y="6296888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E59782C2-A112-7DEF-AA1D-18BC7AA7A2F5}"/>
              </a:ext>
            </a:extLst>
          </p:cNvPr>
          <p:cNvSpPr/>
          <p:nvPr/>
        </p:nvSpPr>
        <p:spPr>
          <a:xfrm>
            <a:off x="240283" y="6516355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D084DC7F-B9F5-D58A-E55D-798EFA9AD799}"/>
              </a:ext>
            </a:extLst>
          </p:cNvPr>
          <p:cNvSpPr/>
          <p:nvPr/>
        </p:nvSpPr>
        <p:spPr>
          <a:xfrm>
            <a:off x="240283" y="6735822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FABF3FFF-1E2A-DA3A-B66D-85E911517CBB}"/>
              </a:ext>
            </a:extLst>
          </p:cNvPr>
          <p:cNvSpPr/>
          <p:nvPr/>
        </p:nvSpPr>
        <p:spPr>
          <a:xfrm>
            <a:off x="240283" y="6955289"/>
            <a:ext cx="412552" cy="109835"/>
          </a:xfrm>
          <a:prstGeom prst="rightArrow">
            <a:avLst>
              <a:gd name="adj1" fmla="val 32926"/>
              <a:gd name="adj2" fmla="val 98718"/>
            </a:avLst>
          </a:prstGeom>
          <a:solidFill>
            <a:srgbClr val="5597C9"/>
          </a:solidFill>
          <a:ln w="12700">
            <a:solidFill>
              <a:srgbClr val="1436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</p:spTree>
    <p:extLst>
      <p:ext uri="{BB962C8B-B14F-4D97-AF65-F5344CB8AC3E}">
        <p14:creationId xmlns:p14="http://schemas.microsoft.com/office/powerpoint/2010/main" val="374658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A4191-37DE-89A2-4BBC-04522231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5E05E54-3305-7AE9-2762-D4F3AB197221}"/>
              </a:ext>
            </a:extLst>
          </p:cNvPr>
          <p:cNvGrpSpPr/>
          <p:nvPr/>
        </p:nvGrpSpPr>
        <p:grpSpPr>
          <a:xfrm>
            <a:off x="1032138" y="6191170"/>
            <a:ext cx="4772488" cy="1046072"/>
            <a:chOff x="1834912" y="3598191"/>
            <a:chExt cx="8484423" cy="185968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FA07DD8-71DB-867B-1794-8361D451B9BC}"/>
                </a:ext>
              </a:extLst>
            </p:cNvPr>
            <p:cNvGrpSpPr/>
            <p:nvPr/>
          </p:nvGrpSpPr>
          <p:grpSpPr>
            <a:xfrm rot="16200000">
              <a:off x="5110257" y="3521783"/>
              <a:ext cx="1080000" cy="1848372"/>
              <a:chOff x="3937921" y="2242877"/>
              <a:chExt cx="1080000" cy="2372245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ED7FA982-3263-7340-9303-0B3CD5BDF3B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36" t="11873" r="24061" b="16137"/>
              <a:stretch>
                <a:fillRect/>
              </a:stretch>
            </p:blipFill>
            <p:spPr>
              <a:xfrm>
                <a:off x="3937921" y="2242877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BCA103F0-96EA-D8D6-3730-0EDB51CBC55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418" t="11873" r="32279" b="16137"/>
              <a:stretch>
                <a:fillRect/>
              </a:stretch>
            </p:blipFill>
            <p:spPr>
              <a:xfrm>
                <a:off x="3937921" y="3069000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45F61498-E045-3B66-AFB8-A1D2BAD9663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300" t="11873" r="40393" b="16137"/>
              <a:stretch>
                <a:fillRect/>
              </a:stretch>
            </p:blipFill>
            <p:spPr>
              <a:xfrm>
                <a:off x="3937921" y="3895122"/>
                <a:ext cx="1080000" cy="720000"/>
              </a:xfrm>
              <a:prstGeom prst="rect">
                <a:avLst/>
              </a:prstGeom>
              <a:ln w="15875">
                <a:solidFill>
                  <a:schemeClr val="accent5">
                    <a:lumMod val="50000"/>
                  </a:schemeClr>
                </a:solidFill>
              </a:ln>
            </p:spPr>
          </p:pic>
        </p:grp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395EE4D-82AF-EE1C-99C2-2C67EDD73826}"/>
                </a:ext>
              </a:extLst>
            </p:cNvPr>
            <p:cNvSpPr/>
            <p:nvPr/>
          </p:nvSpPr>
          <p:spPr>
            <a:xfrm>
              <a:off x="4726071" y="4050337"/>
              <a:ext cx="1848372" cy="111581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B99AD3C-7A03-4649-A50A-5B32E557D8E2}"/>
                </a:ext>
              </a:extLst>
            </p:cNvPr>
            <p:cNvSpPr/>
            <p:nvPr/>
          </p:nvSpPr>
          <p:spPr>
            <a:xfrm>
              <a:off x="4726071" y="4301886"/>
              <a:ext cx="1848372" cy="111581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CB720E8-82DF-7328-4C8A-01CB5E8AC4CA}"/>
                </a:ext>
              </a:extLst>
            </p:cNvPr>
            <p:cNvSpPr/>
            <p:nvPr/>
          </p:nvSpPr>
          <p:spPr>
            <a:xfrm>
              <a:off x="4726071" y="4716820"/>
              <a:ext cx="1848372" cy="111581"/>
            </a:xfrm>
            <a:prstGeom prst="rect">
              <a:avLst/>
            </a:prstGeom>
            <a:solidFill>
              <a:schemeClr val="accent1">
                <a:lumMod val="7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29A6807-3973-14B1-0B7E-E2D63A21A97B}"/>
                </a:ext>
              </a:extLst>
            </p:cNvPr>
            <p:cNvSpPr/>
            <p:nvPr/>
          </p:nvSpPr>
          <p:spPr>
            <a:xfrm>
              <a:off x="4969671" y="4050337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8A58E63-6BD5-42E3-AB2F-687094CC6012}"/>
                </a:ext>
              </a:extLst>
            </p:cNvPr>
            <p:cNvSpPr/>
            <p:nvPr/>
          </p:nvSpPr>
          <p:spPr>
            <a:xfrm>
              <a:off x="5530671" y="4050337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E6828ED-8AFA-815F-30DE-4FA9263E0FFA}"/>
                </a:ext>
              </a:extLst>
            </p:cNvPr>
            <p:cNvSpPr/>
            <p:nvPr/>
          </p:nvSpPr>
          <p:spPr>
            <a:xfrm>
              <a:off x="6234993" y="4050337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3862F61-9E70-F04D-1B03-9FE499D95933}"/>
                </a:ext>
              </a:extLst>
            </p:cNvPr>
            <p:cNvSpPr/>
            <p:nvPr/>
          </p:nvSpPr>
          <p:spPr>
            <a:xfrm>
              <a:off x="4995445" y="4306286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7A4EDA4-DE77-F372-20CA-827EF0CDF603}"/>
                </a:ext>
              </a:extLst>
            </p:cNvPr>
            <p:cNvSpPr/>
            <p:nvPr/>
          </p:nvSpPr>
          <p:spPr>
            <a:xfrm>
              <a:off x="5568458" y="4306286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5DEE900-B971-92B1-7A43-12F5330A850B}"/>
                </a:ext>
              </a:extLst>
            </p:cNvPr>
            <p:cNvSpPr/>
            <p:nvPr/>
          </p:nvSpPr>
          <p:spPr>
            <a:xfrm>
              <a:off x="6177003" y="4311795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C95DF92-76BD-949C-76E2-03D9A93FD26D}"/>
                </a:ext>
              </a:extLst>
            </p:cNvPr>
            <p:cNvSpPr/>
            <p:nvPr/>
          </p:nvSpPr>
          <p:spPr>
            <a:xfrm>
              <a:off x="4995445" y="4725621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F1A4FD7-AEA1-9FD0-35FF-3843BE9716A9}"/>
                </a:ext>
              </a:extLst>
            </p:cNvPr>
            <p:cNvSpPr/>
            <p:nvPr/>
          </p:nvSpPr>
          <p:spPr>
            <a:xfrm>
              <a:off x="5498454" y="4725620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5FA3A39-65E3-8967-4D23-16E3D16A0FCD}"/>
                </a:ext>
              </a:extLst>
            </p:cNvPr>
            <p:cNvSpPr/>
            <p:nvPr/>
          </p:nvSpPr>
          <p:spPr>
            <a:xfrm>
              <a:off x="6324340" y="4725621"/>
              <a:ext cx="115981" cy="11598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CCF65FD-D928-7B4C-675A-19359B4C8833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00" t="11873" r="24061" b="16137"/>
            <a:stretch>
              <a:fillRect/>
            </a:stretch>
          </p:blipFill>
          <p:spPr>
            <a:xfrm>
              <a:off x="1834912" y="3905967"/>
              <a:ext cx="2160000" cy="1080001"/>
            </a:xfrm>
            <a:prstGeom prst="rect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</p:pic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BC2ADB5-1765-E058-E741-A66907984B5C}"/>
                </a:ext>
              </a:extLst>
            </p:cNvPr>
            <p:cNvCxnSpPr/>
            <p:nvPr/>
          </p:nvCxnSpPr>
          <p:spPr>
            <a:xfrm>
              <a:off x="2608934" y="3905967"/>
              <a:ext cx="0" cy="1080001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2AF68F3-3C26-5153-8FBC-AF00B88650AF}"/>
                </a:ext>
              </a:extLst>
            </p:cNvPr>
            <p:cNvCxnSpPr/>
            <p:nvPr/>
          </p:nvCxnSpPr>
          <p:spPr>
            <a:xfrm>
              <a:off x="3289178" y="3905967"/>
              <a:ext cx="0" cy="1080001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868B794-07A2-1E97-AA28-6292F7075FC5}"/>
                </a:ext>
              </a:extLst>
            </p:cNvPr>
            <p:cNvSpPr txBox="1"/>
            <p:nvPr/>
          </p:nvSpPr>
          <p:spPr>
            <a:xfrm>
              <a:off x="4726071" y="3598191"/>
              <a:ext cx="1848372" cy="36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31" b="1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Phases</a:t>
              </a:r>
              <a:endParaRPr lang="zh-CN" altLang="en-US" sz="731" b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5093107-A6C6-BE1C-0D7F-4234E01A389D}"/>
                </a:ext>
              </a:extLst>
            </p:cNvPr>
            <p:cNvSpPr txBox="1"/>
            <p:nvPr/>
          </p:nvSpPr>
          <p:spPr>
            <a:xfrm>
              <a:off x="7201491" y="3598191"/>
              <a:ext cx="1233890" cy="564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31" b="1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 tokens</a:t>
              </a:r>
              <a:endParaRPr lang="zh-CN" altLang="en-US" sz="731" b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CFDC8770-A509-2779-A4A3-3D2FD8252A9B}"/>
                </a:ext>
              </a:extLst>
            </p:cNvPr>
            <p:cNvGrpSpPr/>
            <p:nvPr/>
          </p:nvGrpSpPr>
          <p:grpSpPr>
            <a:xfrm>
              <a:off x="7307427" y="3912899"/>
              <a:ext cx="1064076" cy="274876"/>
              <a:chOff x="5565322" y="2951720"/>
              <a:chExt cx="1064076" cy="274876"/>
            </a:xfrm>
          </p:grpSpPr>
          <p:sp>
            <p:nvSpPr>
              <p:cNvPr id="40" name="立方体 39">
                <a:extLst>
                  <a:ext uri="{FF2B5EF4-FFF2-40B4-BE49-F238E27FC236}">
                    <a16:creationId xmlns:a16="http://schemas.microsoft.com/office/drawing/2014/main" id="{65D97FB8-2EE0-7649-F233-87CC774B40B4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41" name="立方体 40">
                <a:extLst>
                  <a:ext uri="{FF2B5EF4-FFF2-40B4-BE49-F238E27FC236}">
                    <a16:creationId xmlns:a16="http://schemas.microsoft.com/office/drawing/2014/main" id="{ADDBF25B-3F7E-4621-D64B-7CDEDFB1597C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42" name="立方体 41">
                <a:extLst>
                  <a:ext uri="{FF2B5EF4-FFF2-40B4-BE49-F238E27FC236}">
                    <a16:creationId xmlns:a16="http://schemas.microsoft.com/office/drawing/2014/main" id="{771FDE75-2579-D6B6-CDF5-F2DB8360FDB6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43" name="立方体 42">
                <a:extLst>
                  <a:ext uri="{FF2B5EF4-FFF2-40B4-BE49-F238E27FC236}">
                    <a16:creationId xmlns:a16="http://schemas.microsoft.com/office/drawing/2014/main" id="{EDFF27FB-F33A-0D15-632E-5ECCDFFE0758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44" name="立方体 43">
                <a:extLst>
                  <a:ext uri="{FF2B5EF4-FFF2-40B4-BE49-F238E27FC236}">
                    <a16:creationId xmlns:a16="http://schemas.microsoft.com/office/drawing/2014/main" id="{1E68FE6E-CCBA-339A-1B93-67636D84C73A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15E06141-77DF-D7C7-12AD-7020ADCA20BB}"/>
                </a:ext>
              </a:extLst>
            </p:cNvPr>
            <p:cNvGrpSpPr/>
            <p:nvPr/>
          </p:nvGrpSpPr>
          <p:grpSpPr>
            <a:xfrm>
              <a:off x="7307427" y="4308531"/>
              <a:ext cx="1064076" cy="274876"/>
              <a:chOff x="5565322" y="2951720"/>
              <a:chExt cx="1064076" cy="274876"/>
            </a:xfrm>
          </p:grpSpPr>
          <p:sp>
            <p:nvSpPr>
              <p:cNvPr id="47" name="立方体 46">
                <a:extLst>
                  <a:ext uri="{FF2B5EF4-FFF2-40B4-BE49-F238E27FC236}">
                    <a16:creationId xmlns:a16="http://schemas.microsoft.com/office/drawing/2014/main" id="{0DD812CC-E3D8-79AB-4A44-266094879DDD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48" name="立方体 47">
                <a:extLst>
                  <a:ext uri="{FF2B5EF4-FFF2-40B4-BE49-F238E27FC236}">
                    <a16:creationId xmlns:a16="http://schemas.microsoft.com/office/drawing/2014/main" id="{BA4EDA38-E53F-44A7-D72C-C5BC083D4074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49" name="立方体 48">
                <a:extLst>
                  <a:ext uri="{FF2B5EF4-FFF2-40B4-BE49-F238E27FC236}">
                    <a16:creationId xmlns:a16="http://schemas.microsoft.com/office/drawing/2014/main" id="{E38A677C-424B-AAB4-92D0-7C6BD5AB253E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50" name="立方体 49">
                <a:extLst>
                  <a:ext uri="{FF2B5EF4-FFF2-40B4-BE49-F238E27FC236}">
                    <a16:creationId xmlns:a16="http://schemas.microsoft.com/office/drawing/2014/main" id="{4FDDADE0-9747-A0C2-61A8-AD11FE1D9EE4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51" name="立方体 50">
                <a:extLst>
                  <a:ext uri="{FF2B5EF4-FFF2-40B4-BE49-F238E27FC236}">
                    <a16:creationId xmlns:a16="http://schemas.microsoft.com/office/drawing/2014/main" id="{D3D10895-EA91-C4EA-97EF-129CF962D857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04F2F635-969E-D4D0-2BAF-C5E04B1B695B}"/>
                </a:ext>
              </a:extLst>
            </p:cNvPr>
            <p:cNvGrpSpPr/>
            <p:nvPr/>
          </p:nvGrpSpPr>
          <p:grpSpPr>
            <a:xfrm>
              <a:off x="7307427" y="4704163"/>
              <a:ext cx="1064076" cy="274876"/>
              <a:chOff x="5565322" y="2951720"/>
              <a:chExt cx="1064076" cy="274876"/>
            </a:xfrm>
          </p:grpSpPr>
          <p:sp>
            <p:nvSpPr>
              <p:cNvPr id="53" name="立方体 52">
                <a:extLst>
                  <a:ext uri="{FF2B5EF4-FFF2-40B4-BE49-F238E27FC236}">
                    <a16:creationId xmlns:a16="http://schemas.microsoft.com/office/drawing/2014/main" id="{8F808B22-BF7E-5006-E37E-BB8C1DA28FB6}"/>
                  </a:ext>
                </a:extLst>
              </p:cNvPr>
              <p:cNvSpPr/>
              <p:nvPr/>
            </p:nvSpPr>
            <p:spPr>
              <a:xfrm>
                <a:off x="5565322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54" name="立方体 53">
                <a:extLst>
                  <a:ext uri="{FF2B5EF4-FFF2-40B4-BE49-F238E27FC236}">
                    <a16:creationId xmlns:a16="http://schemas.microsoft.com/office/drawing/2014/main" id="{17DB5EB8-8306-1EE6-CA65-7581725584FD}"/>
                  </a:ext>
                </a:extLst>
              </p:cNvPr>
              <p:cNvSpPr/>
              <p:nvPr/>
            </p:nvSpPr>
            <p:spPr>
              <a:xfrm>
                <a:off x="5762965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55" name="立方体 54">
                <a:extLst>
                  <a:ext uri="{FF2B5EF4-FFF2-40B4-BE49-F238E27FC236}">
                    <a16:creationId xmlns:a16="http://schemas.microsoft.com/office/drawing/2014/main" id="{FC8EBF05-AFAD-EEF1-FAEE-7473B4E8596E}"/>
                  </a:ext>
                </a:extLst>
              </p:cNvPr>
              <p:cNvSpPr/>
              <p:nvPr/>
            </p:nvSpPr>
            <p:spPr>
              <a:xfrm>
                <a:off x="5960608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56" name="立方体 55">
                <a:extLst>
                  <a:ext uri="{FF2B5EF4-FFF2-40B4-BE49-F238E27FC236}">
                    <a16:creationId xmlns:a16="http://schemas.microsoft.com/office/drawing/2014/main" id="{E161D074-2F31-A8D2-18A6-30C4DD7DDD32}"/>
                  </a:ext>
                </a:extLst>
              </p:cNvPr>
              <p:cNvSpPr/>
              <p:nvPr/>
            </p:nvSpPr>
            <p:spPr>
              <a:xfrm>
                <a:off x="6158251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57" name="立方体 56">
                <a:extLst>
                  <a:ext uri="{FF2B5EF4-FFF2-40B4-BE49-F238E27FC236}">
                    <a16:creationId xmlns:a16="http://schemas.microsoft.com/office/drawing/2014/main" id="{09074E46-F96E-B462-9FAD-09D2FE278B28}"/>
                  </a:ext>
                </a:extLst>
              </p:cNvPr>
              <p:cNvSpPr/>
              <p:nvPr/>
            </p:nvSpPr>
            <p:spPr>
              <a:xfrm>
                <a:off x="6355894" y="2951720"/>
                <a:ext cx="273504" cy="274876"/>
              </a:xfrm>
              <a:prstGeom prst="cube">
                <a:avLst>
                  <a:gd name="adj" fmla="val 27599"/>
                </a:avLst>
              </a:prstGeom>
              <a:solidFill>
                <a:srgbClr val="A0B7E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</p:grp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21AA5C2-E4A7-C199-EF30-9B2A3AEC914B}"/>
                </a:ext>
              </a:extLst>
            </p:cNvPr>
            <p:cNvSpPr/>
            <p:nvPr/>
          </p:nvSpPr>
          <p:spPr>
            <a:xfrm rot="10800000" flipV="1">
              <a:off x="9085445" y="3905967"/>
              <a:ext cx="1233890" cy="922433"/>
            </a:xfrm>
            <a:prstGeom prst="rect">
              <a:avLst/>
            </a:prstGeom>
            <a:solidFill>
              <a:srgbClr val="A0B7E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31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Multi-Head</a:t>
              </a:r>
            </a:p>
            <a:p>
              <a:pPr algn="ctr"/>
              <a:r>
                <a:rPr lang="en-US" altLang="zh-CN" sz="731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</a:t>
              </a:r>
              <a:endParaRPr lang="zh-CN" altLang="en-US" sz="731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箭头: 右 100">
              <a:extLst>
                <a:ext uri="{FF2B5EF4-FFF2-40B4-BE49-F238E27FC236}">
                  <a16:creationId xmlns:a16="http://schemas.microsoft.com/office/drawing/2014/main" id="{8AA25EC7-F4BB-E3B2-6CE5-75ED5931AFC2}"/>
                </a:ext>
              </a:extLst>
            </p:cNvPr>
            <p:cNvSpPr/>
            <p:nvPr/>
          </p:nvSpPr>
          <p:spPr>
            <a:xfrm>
              <a:off x="4099023" y="4209322"/>
              <a:ext cx="522937" cy="408289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02" name="箭头: 右 101">
              <a:extLst>
                <a:ext uri="{FF2B5EF4-FFF2-40B4-BE49-F238E27FC236}">
                  <a16:creationId xmlns:a16="http://schemas.microsoft.com/office/drawing/2014/main" id="{B579670B-1277-B223-68C4-2BB228F72309}"/>
                </a:ext>
              </a:extLst>
            </p:cNvPr>
            <p:cNvSpPr/>
            <p:nvPr/>
          </p:nvSpPr>
          <p:spPr>
            <a:xfrm>
              <a:off x="6685668" y="4209322"/>
              <a:ext cx="522937" cy="408289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03" name="箭头: 右 102">
              <a:extLst>
                <a:ext uri="{FF2B5EF4-FFF2-40B4-BE49-F238E27FC236}">
                  <a16:creationId xmlns:a16="http://schemas.microsoft.com/office/drawing/2014/main" id="{14BB24FE-D2F2-2078-82F4-38D9AC62F877}"/>
                </a:ext>
              </a:extLst>
            </p:cNvPr>
            <p:cNvSpPr/>
            <p:nvPr/>
          </p:nvSpPr>
          <p:spPr>
            <a:xfrm>
              <a:off x="8475614" y="4209322"/>
              <a:ext cx="522937" cy="408289"/>
            </a:xfrm>
            <a:prstGeom prst="rightArrow">
              <a:avLst>
                <a:gd name="adj1" fmla="val 37421"/>
                <a:gd name="adj2" fmla="val 5559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E47E64FE-FBA4-FDB3-66A6-C800CA61B2BA}"/>
                </a:ext>
              </a:extLst>
            </p:cNvPr>
            <p:cNvSpPr txBox="1"/>
            <p:nvPr/>
          </p:nvSpPr>
          <p:spPr>
            <a:xfrm>
              <a:off x="4863198" y="5093786"/>
              <a:ext cx="2379349" cy="36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31" b="1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 Phase Attention</a:t>
              </a:r>
              <a:endParaRPr lang="zh-CN" altLang="en-US" sz="731" b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76958468-F60A-95FD-D9AA-CE920361C330}"/>
              </a:ext>
            </a:extLst>
          </p:cNvPr>
          <p:cNvGrpSpPr/>
          <p:nvPr/>
        </p:nvGrpSpPr>
        <p:grpSpPr>
          <a:xfrm>
            <a:off x="1032138" y="5091714"/>
            <a:ext cx="4772488" cy="1046072"/>
            <a:chOff x="1834912" y="1643602"/>
            <a:chExt cx="8484423" cy="1859684"/>
          </a:xfrm>
        </p:grpSpPr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2AEC8656-49D0-186E-6DE7-567070C0F8FC}"/>
                </a:ext>
              </a:extLst>
            </p:cNvPr>
            <p:cNvGrpSpPr/>
            <p:nvPr/>
          </p:nvGrpSpPr>
          <p:grpSpPr>
            <a:xfrm>
              <a:off x="1834912" y="1643602"/>
              <a:ext cx="8484423" cy="1394709"/>
              <a:chOff x="1058596" y="4076389"/>
              <a:chExt cx="8484423" cy="1394709"/>
            </a:xfrm>
          </p:grpSpPr>
          <p:pic>
            <p:nvPicPr>
              <p:cNvPr id="92" name="图片 91">
                <a:extLst>
                  <a:ext uri="{FF2B5EF4-FFF2-40B4-BE49-F238E27FC236}">
                    <a16:creationId xmlns:a16="http://schemas.microsoft.com/office/drawing/2014/main" id="{69B404F2-6928-D757-17FC-344940895410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300" t="11873" r="24061" b="16137"/>
              <a:stretch>
                <a:fillRect/>
              </a:stretch>
            </p:blipFill>
            <p:spPr>
              <a:xfrm>
                <a:off x="1058596" y="4391097"/>
                <a:ext cx="2160000" cy="1080001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B78FB28E-53D4-015A-0EB5-B018F663FC4C}"/>
                  </a:ext>
                </a:extLst>
              </p:cNvPr>
              <p:cNvCxnSpPr/>
              <p:nvPr/>
            </p:nvCxnSpPr>
            <p:spPr>
              <a:xfrm>
                <a:off x="1832618" y="4387844"/>
                <a:ext cx="0" cy="1080001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7E2344C-160B-01A6-D77B-58C22D09A946}"/>
                  </a:ext>
                </a:extLst>
              </p:cNvPr>
              <p:cNvCxnSpPr/>
              <p:nvPr/>
            </p:nvCxnSpPr>
            <p:spPr>
              <a:xfrm>
                <a:off x="2512862" y="4387843"/>
                <a:ext cx="0" cy="1080001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6" name="图片 65">
                <a:extLst>
                  <a:ext uri="{FF2B5EF4-FFF2-40B4-BE49-F238E27FC236}">
                    <a16:creationId xmlns:a16="http://schemas.microsoft.com/office/drawing/2014/main" id="{780AEBA0-179D-6FEE-46ED-4F5AEEC19999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5238303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pic>
            <p:nvPicPr>
              <p:cNvPr id="68" name="图片 67">
                <a:extLst>
                  <a:ext uri="{FF2B5EF4-FFF2-40B4-BE49-F238E27FC236}">
                    <a16:creationId xmlns:a16="http://schemas.microsoft.com/office/drawing/2014/main" id="{20FA26DD-D17A-B0AF-3DBE-FD58604F3DBE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4592841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69AB451-CA72-2FE6-37E9-C83B39EA439D}"/>
                  </a:ext>
                </a:extLst>
              </p:cNvPr>
              <p:cNvSpPr txBox="1"/>
              <p:nvPr/>
            </p:nvSpPr>
            <p:spPr>
              <a:xfrm>
                <a:off x="3949755" y="4076389"/>
                <a:ext cx="1848372" cy="364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31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Patches</a:t>
                </a:r>
                <a:endParaRPr lang="zh-CN" altLang="en-US" sz="731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ECEA4463-3DAB-664F-A77F-ACB334ED6F56}"/>
                  </a:ext>
                </a:extLst>
              </p:cNvPr>
              <p:cNvSpPr txBox="1"/>
              <p:nvPr/>
            </p:nvSpPr>
            <p:spPr>
              <a:xfrm>
                <a:off x="6425175" y="4076389"/>
                <a:ext cx="1233890" cy="364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31" b="1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Patch tokens</a:t>
                </a:r>
                <a:endParaRPr lang="zh-CN" altLang="en-US" sz="731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E8120B00-8862-13A7-89D9-5AD1BD1277F8}"/>
                  </a:ext>
                </a:extLst>
              </p:cNvPr>
              <p:cNvGrpSpPr/>
              <p:nvPr/>
            </p:nvGrpSpPr>
            <p:grpSpPr>
              <a:xfrm>
                <a:off x="6531111" y="4391097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74" name="立方体 73">
                  <a:extLst>
                    <a:ext uri="{FF2B5EF4-FFF2-40B4-BE49-F238E27FC236}">
                      <a16:creationId xmlns:a16="http://schemas.microsoft.com/office/drawing/2014/main" id="{647FF63A-8E47-F1BF-238F-7BE987D2F4D2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75" name="立方体 74">
                  <a:extLst>
                    <a:ext uri="{FF2B5EF4-FFF2-40B4-BE49-F238E27FC236}">
                      <a16:creationId xmlns:a16="http://schemas.microsoft.com/office/drawing/2014/main" id="{10852B62-7FE0-4AE9-9C7D-7957DB049EAB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76" name="立方体 75">
                  <a:extLst>
                    <a:ext uri="{FF2B5EF4-FFF2-40B4-BE49-F238E27FC236}">
                      <a16:creationId xmlns:a16="http://schemas.microsoft.com/office/drawing/2014/main" id="{BF5FD653-6E82-868E-6A9A-C8EF07940D1C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77" name="立方体 76">
                  <a:extLst>
                    <a:ext uri="{FF2B5EF4-FFF2-40B4-BE49-F238E27FC236}">
                      <a16:creationId xmlns:a16="http://schemas.microsoft.com/office/drawing/2014/main" id="{73575126-8B7A-D0E9-51B2-D15B4AD4E1E6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78" name="立方体 77">
                  <a:extLst>
                    <a:ext uri="{FF2B5EF4-FFF2-40B4-BE49-F238E27FC236}">
                      <a16:creationId xmlns:a16="http://schemas.microsoft.com/office/drawing/2014/main" id="{579D29C7-D66D-91E2-6B7F-826BDFCE8DC0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</p:grp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EE7E11C7-78AF-FA1D-6101-99912D79F1DF}"/>
                  </a:ext>
                </a:extLst>
              </p:cNvPr>
              <p:cNvGrpSpPr/>
              <p:nvPr/>
            </p:nvGrpSpPr>
            <p:grpSpPr>
              <a:xfrm>
                <a:off x="6531111" y="4786729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80" name="立方体 79">
                  <a:extLst>
                    <a:ext uri="{FF2B5EF4-FFF2-40B4-BE49-F238E27FC236}">
                      <a16:creationId xmlns:a16="http://schemas.microsoft.com/office/drawing/2014/main" id="{EE5F940C-31E0-FFDD-2086-F6A0F1CE62B8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1" name="立方体 80">
                  <a:extLst>
                    <a:ext uri="{FF2B5EF4-FFF2-40B4-BE49-F238E27FC236}">
                      <a16:creationId xmlns:a16="http://schemas.microsoft.com/office/drawing/2014/main" id="{71C8A009-BF85-C686-100A-1C0408D72A1C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2" name="立方体 81">
                  <a:extLst>
                    <a:ext uri="{FF2B5EF4-FFF2-40B4-BE49-F238E27FC236}">
                      <a16:creationId xmlns:a16="http://schemas.microsoft.com/office/drawing/2014/main" id="{0D7A351C-2B64-46DC-9EBE-AFB3F839A3DD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3" name="立方体 82">
                  <a:extLst>
                    <a:ext uri="{FF2B5EF4-FFF2-40B4-BE49-F238E27FC236}">
                      <a16:creationId xmlns:a16="http://schemas.microsoft.com/office/drawing/2014/main" id="{7C118662-EEE2-8325-1AF5-F399112CFC57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4" name="立方体 83">
                  <a:extLst>
                    <a:ext uri="{FF2B5EF4-FFF2-40B4-BE49-F238E27FC236}">
                      <a16:creationId xmlns:a16="http://schemas.microsoft.com/office/drawing/2014/main" id="{135BDEC0-1EF6-23EF-A7C2-6B599DD8F6CE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78B72148-D08E-D3F2-03F7-67D47238B6EB}"/>
                  </a:ext>
                </a:extLst>
              </p:cNvPr>
              <p:cNvGrpSpPr/>
              <p:nvPr/>
            </p:nvGrpSpPr>
            <p:grpSpPr>
              <a:xfrm>
                <a:off x="6531111" y="5182361"/>
                <a:ext cx="1064076" cy="274876"/>
                <a:chOff x="5565322" y="2951720"/>
                <a:chExt cx="1064076" cy="274876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86" name="立方体 85">
                  <a:extLst>
                    <a:ext uri="{FF2B5EF4-FFF2-40B4-BE49-F238E27FC236}">
                      <a16:creationId xmlns:a16="http://schemas.microsoft.com/office/drawing/2014/main" id="{95B58A81-EE1B-D55C-48FD-DED4C271DB7A}"/>
                    </a:ext>
                  </a:extLst>
                </p:cNvPr>
                <p:cNvSpPr/>
                <p:nvPr/>
              </p:nvSpPr>
              <p:spPr>
                <a:xfrm>
                  <a:off x="5565322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7" name="立方体 86">
                  <a:extLst>
                    <a:ext uri="{FF2B5EF4-FFF2-40B4-BE49-F238E27FC236}">
                      <a16:creationId xmlns:a16="http://schemas.microsoft.com/office/drawing/2014/main" id="{93A73515-6280-AD68-73A2-FFD3E7955C16}"/>
                    </a:ext>
                  </a:extLst>
                </p:cNvPr>
                <p:cNvSpPr/>
                <p:nvPr/>
              </p:nvSpPr>
              <p:spPr>
                <a:xfrm>
                  <a:off x="5762965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8" name="立方体 87">
                  <a:extLst>
                    <a:ext uri="{FF2B5EF4-FFF2-40B4-BE49-F238E27FC236}">
                      <a16:creationId xmlns:a16="http://schemas.microsoft.com/office/drawing/2014/main" id="{92F70FA9-3CA5-1E5E-D49B-3690FC4E1999}"/>
                    </a:ext>
                  </a:extLst>
                </p:cNvPr>
                <p:cNvSpPr/>
                <p:nvPr/>
              </p:nvSpPr>
              <p:spPr>
                <a:xfrm>
                  <a:off x="5960608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89" name="立方体 88">
                  <a:extLst>
                    <a:ext uri="{FF2B5EF4-FFF2-40B4-BE49-F238E27FC236}">
                      <a16:creationId xmlns:a16="http://schemas.microsoft.com/office/drawing/2014/main" id="{C15AAEDE-24A4-B940-11F8-A3424622FEA0}"/>
                    </a:ext>
                  </a:extLst>
                </p:cNvPr>
                <p:cNvSpPr/>
                <p:nvPr/>
              </p:nvSpPr>
              <p:spPr>
                <a:xfrm>
                  <a:off x="6158251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  <p:sp>
              <p:nvSpPr>
                <p:cNvPr id="90" name="立方体 89">
                  <a:extLst>
                    <a:ext uri="{FF2B5EF4-FFF2-40B4-BE49-F238E27FC236}">
                      <a16:creationId xmlns:a16="http://schemas.microsoft.com/office/drawing/2014/main" id="{35748496-A205-8CD8-83E7-5D7418C1E688}"/>
                    </a:ext>
                  </a:extLst>
                </p:cNvPr>
                <p:cNvSpPr/>
                <p:nvPr/>
              </p:nvSpPr>
              <p:spPr>
                <a:xfrm>
                  <a:off x="6355894" y="2951720"/>
                  <a:ext cx="273504" cy="274876"/>
                </a:xfrm>
                <a:prstGeom prst="cube">
                  <a:avLst>
                    <a:gd name="adj" fmla="val 27599"/>
                  </a:avLst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31"/>
                </a:p>
              </p:txBody>
            </p:sp>
          </p:grp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EC6DDD61-E8C5-2425-0849-33D57951EAC3}"/>
                  </a:ext>
                </a:extLst>
              </p:cNvPr>
              <p:cNvSpPr/>
              <p:nvPr/>
            </p:nvSpPr>
            <p:spPr>
              <a:xfrm rot="10800000" flipV="1">
                <a:off x="8309129" y="4391097"/>
                <a:ext cx="1233890" cy="92243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31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Multi-Head</a:t>
                </a:r>
              </a:p>
              <a:p>
                <a:pPr algn="ctr"/>
                <a:r>
                  <a:rPr lang="en-US" altLang="zh-CN" sz="731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  <a:endParaRPr lang="zh-CN" altLang="en-US" sz="731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94" name="图片 93">
                <a:extLst>
                  <a:ext uri="{FF2B5EF4-FFF2-40B4-BE49-F238E27FC236}">
                    <a16:creationId xmlns:a16="http://schemas.microsoft.com/office/drawing/2014/main" id="{33531286-851E-5C8E-D518-B7812032344B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77" t="21624" r="37064" b="42989"/>
              <a:stretch>
                <a:fillRect/>
              </a:stretch>
            </p:blipFill>
            <p:spPr>
              <a:xfrm>
                <a:off x="3949455" y="4391097"/>
                <a:ext cx="561600" cy="1080000"/>
              </a:xfrm>
              <a:prstGeom prst="rect">
                <a:avLst/>
              </a:prstGeom>
              <a:ln w="15875">
                <a:solidFill>
                  <a:schemeClr val="accent2">
                    <a:lumMod val="75000"/>
                  </a:schemeClr>
                </a:solidFill>
              </a:ln>
            </p:spPr>
          </p:pic>
          <p:sp>
            <p:nvSpPr>
              <p:cNvPr id="104" name="箭头: 右 103">
                <a:extLst>
                  <a:ext uri="{FF2B5EF4-FFF2-40B4-BE49-F238E27FC236}">
                    <a16:creationId xmlns:a16="http://schemas.microsoft.com/office/drawing/2014/main" id="{0F24CD99-94F4-CCD3-3606-529F8C131426}"/>
                  </a:ext>
                </a:extLst>
              </p:cNvPr>
              <p:cNvSpPr/>
              <p:nvPr/>
            </p:nvSpPr>
            <p:spPr>
              <a:xfrm>
                <a:off x="3322707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105" name="箭头: 右 104">
                <a:extLst>
                  <a:ext uri="{FF2B5EF4-FFF2-40B4-BE49-F238E27FC236}">
                    <a16:creationId xmlns:a16="http://schemas.microsoft.com/office/drawing/2014/main" id="{4F758147-4A65-A797-165E-0CC1646C5133}"/>
                  </a:ext>
                </a:extLst>
              </p:cNvPr>
              <p:cNvSpPr/>
              <p:nvPr/>
            </p:nvSpPr>
            <p:spPr>
              <a:xfrm>
                <a:off x="5909352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  <p:sp>
            <p:nvSpPr>
              <p:cNvPr id="106" name="箭头: 右 105">
                <a:extLst>
                  <a:ext uri="{FF2B5EF4-FFF2-40B4-BE49-F238E27FC236}">
                    <a16:creationId xmlns:a16="http://schemas.microsoft.com/office/drawing/2014/main" id="{01F188D2-01E8-C688-465C-CEDE852F2183}"/>
                  </a:ext>
                </a:extLst>
              </p:cNvPr>
              <p:cNvSpPr/>
              <p:nvPr/>
            </p:nvSpPr>
            <p:spPr>
              <a:xfrm>
                <a:off x="7699298" y="4670438"/>
                <a:ext cx="522937" cy="408289"/>
              </a:xfrm>
              <a:prstGeom prst="rightArrow">
                <a:avLst>
                  <a:gd name="adj1" fmla="val 37421"/>
                  <a:gd name="adj2" fmla="val 55599"/>
                </a:avLst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31"/>
              </a:p>
            </p:txBody>
          </p:sp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CFD65128-36D0-D1EB-4D2E-20CCC1E61DFC}"/>
                </a:ext>
              </a:extLst>
            </p:cNvPr>
            <p:cNvSpPr txBox="1"/>
            <p:nvPr/>
          </p:nvSpPr>
          <p:spPr>
            <a:xfrm>
              <a:off x="4887449" y="3139197"/>
              <a:ext cx="2379349" cy="36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31" b="1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 Patch Attention</a:t>
              </a:r>
              <a:endParaRPr lang="zh-CN" altLang="en-US" sz="731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35A016D6-6734-1473-CDB8-99210A4EEE24}"/>
                </a:ext>
              </a:extLst>
            </p:cNvPr>
            <p:cNvSpPr/>
            <p:nvPr/>
          </p:nvSpPr>
          <p:spPr>
            <a:xfrm>
              <a:off x="4731409" y="1957060"/>
              <a:ext cx="561000" cy="1090051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2585C038-DAEF-7EDC-5202-0813F9E40B41}"/>
                </a:ext>
              </a:extLst>
            </p:cNvPr>
            <p:cNvSpPr/>
            <p:nvPr/>
          </p:nvSpPr>
          <p:spPr>
            <a:xfrm>
              <a:off x="5376271" y="1957060"/>
              <a:ext cx="561000" cy="1090051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EC13FE3B-2813-0959-B8BF-ABDFC807A12E}"/>
                </a:ext>
              </a:extLst>
            </p:cNvPr>
            <p:cNvSpPr/>
            <p:nvPr/>
          </p:nvSpPr>
          <p:spPr>
            <a:xfrm>
              <a:off x="6021133" y="1957060"/>
              <a:ext cx="561000" cy="1090051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31"/>
            </a:p>
          </p:txBody>
        </p:sp>
      </p:grpSp>
    </p:spTree>
    <p:extLst>
      <p:ext uri="{BB962C8B-B14F-4D97-AF65-F5344CB8AC3E}">
        <p14:creationId xmlns:p14="http://schemas.microsoft.com/office/powerpoint/2010/main" val="178867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D6B35-67B1-9341-EF93-9ED756EA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C880C5-6EB1-A666-5728-FD4B4F52D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9" t="15992" r="9807" b="10867"/>
          <a:stretch>
            <a:fillRect/>
          </a:stretch>
        </p:blipFill>
        <p:spPr>
          <a:xfrm>
            <a:off x="-1" y="4101463"/>
            <a:ext cx="6858555" cy="52196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D74D3E3-AB2F-3358-B2AE-6119DB38C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66" t="153" r="26111" b="96121"/>
          <a:stretch>
            <a:fillRect/>
          </a:stretch>
        </p:blipFill>
        <p:spPr>
          <a:xfrm>
            <a:off x="1292253" y="3975463"/>
            <a:ext cx="4273493" cy="25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AE9DCBB-F98F-FD29-89B2-C7CF83450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6" t="91462" r="23222" b="874"/>
          <a:stretch>
            <a:fillRect/>
          </a:stretch>
        </p:blipFill>
        <p:spPr>
          <a:xfrm>
            <a:off x="422999" y="9186749"/>
            <a:ext cx="6012000" cy="62078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5329BC7-8D25-B051-4C05-130D1705FA95}"/>
              </a:ext>
            </a:extLst>
          </p:cNvPr>
          <p:cNvSpPr txBox="1"/>
          <p:nvPr/>
        </p:nvSpPr>
        <p:spPr>
          <a:xfrm>
            <a:off x="604347" y="3932186"/>
            <a:ext cx="564930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3D Visualization of Wind Turbine Spatial Distribution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150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775D-9DD8-11B8-2EE4-5509FDC7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E53C172-EBAC-C62F-89E9-E8966FD82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6" b="2928"/>
          <a:stretch>
            <a:fillRect/>
          </a:stretch>
        </p:blipFill>
        <p:spPr>
          <a:xfrm>
            <a:off x="0" y="3448050"/>
            <a:ext cx="6858000" cy="69576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E033902-251D-D4FC-7217-2EC35AA7F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t="509" r="22986" b="94329"/>
          <a:stretch>
            <a:fillRect/>
          </a:stretch>
        </p:blipFill>
        <p:spPr>
          <a:xfrm>
            <a:off x="1087478" y="3013075"/>
            <a:ext cx="4683043" cy="4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5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AD43-5AA1-E092-0794-7D0833E4C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6D54120-60F9-F204-CEB2-CA75B00F5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59" b="35088"/>
          <a:stretch>
            <a:fillRect/>
          </a:stretch>
        </p:blipFill>
        <p:spPr>
          <a:xfrm>
            <a:off x="0" y="3242308"/>
            <a:ext cx="6863054" cy="21336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6B5FDED-0478-C031-6388-E8C126C18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t="509" r="22986" b="94329"/>
          <a:stretch>
            <a:fillRect/>
          </a:stretch>
        </p:blipFill>
        <p:spPr>
          <a:xfrm>
            <a:off x="1277978" y="2807333"/>
            <a:ext cx="4683043" cy="4349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E65532B-8E58-AB05-6152-BD7895384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79" b="35602"/>
          <a:stretch>
            <a:fillRect/>
          </a:stretch>
        </p:blipFill>
        <p:spPr>
          <a:xfrm>
            <a:off x="0" y="5375909"/>
            <a:ext cx="6858000" cy="21336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60BD00-E40F-A574-FD67-1C54C44A0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05" b="3701"/>
          <a:stretch>
            <a:fillRect/>
          </a:stretch>
        </p:blipFill>
        <p:spPr>
          <a:xfrm>
            <a:off x="0" y="7509510"/>
            <a:ext cx="6858000" cy="22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D417B-7A1A-0169-1090-B314B486D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178189-5FFA-BD41-25BA-824A95DBA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05" b="3701"/>
          <a:stretch>
            <a:fillRect/>
          </a:stretch>
        </p:blipFill>
        <p:spPr>
          <a:xfrm>
            <a:off x="0" y="9970737"/>
            <a:ext cx="6858000" cy="37341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E720907-BEE8-8EE8-1993-C30CB8B81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t="509" r="22986" b="94329"/>
          <a:stretch>
            <a:fillRect/>
          </a:stretch>
        </p:blipFill>
        <p:spPr>
          <a:xfrm>
            <a:off x="1087478" y="3013075"/>
            <a:ext cx="4683043" cy="4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3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6E69-CB1F-5029-DB62-21C03E33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7AB0A8C-ACFA-8673-6B04-10E74DF29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t="509" r="22986" b="94329"/>
          <a:stretch>
            <a:fillRect/>
          </a:stretch>
        </p:blipFill>
        <p:spPr>
          <a:xfrm>
            <a:off x="1087478" y="2807333"/>
            <a:ext cx="4683043" cy="4349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931E88-416D-F92C-630A-F71D1AFD1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2974"/>
          <a:stretch>
            <a:fillRect/>
          </a:stretch>
        </p:blipFill>
        <p:spPr>
          <a:xfrm>
            <a:off x="0" y="2807333"/>
            <a:ext cx="6800380" cy="69176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441EAB-84D5-AF06-641F-19CA3E139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t="509" r="22986" b="94329"/>
          <a:stretch>
            <a:fillRect/>
          </a:stretch>
        </p:blipFill>
        <p:spPr>
          <a:xfrm>
            <a:off x="1087478" y="2357116"/>
            <a:ext cx="4683043" cy="4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6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9BE4-1FAE-9827-DD10-7A7FD9ED1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>
            <a:extLst>
              <a:ext uri="{FF2B5EF4-FFF2-40B4-BE49-F238E27FC236}">
                <a16:creationId xmlns:a16="http://schemas.microsoft.com/office/drawing/2014/main" id="{1A117732-B61C-FC7B-3939-C34722B92B95}"/>
              </a:ext>
            </a:extLst>
          </p:cNvPr>
          <p:cNvSpPr txBox="1"/>
          <p:nvPr/>
        </p:nvSpPr>
        <p:spPr>
          <a:xfrm>
            <a:off x="3161648" y="6825042"/>
            <a:ext cx="5276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b="1">
                <a:latin typeface="微软雅黑" panose="020B0503020204020204" pitchFamily="34" charset="-122"/>
                <a:ea typeface="微软雅黑" panose="020B0503020204020204" pitchFamily="34" charset="-122"/>
              </a:rPr>
              <a:t>Time</a:t>
            </a:r>
            <a:endParaRPr lang="zh-CN" altLang="en-US" sz="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D3A78D9-A63F-900E-7819-225E4014F3D1}"/>
              </a:ext>
            </a:extLst>
          </p:cNvPr>
          <p:cNvSpPr txBox="1"/>
          <p:nvPr/>
        </p:nvSpPr>
        <p:spPr>
          <a:xfrm rot="16200000">
            <a:off x="1363847" y="5995972"/>
            <a:ext cx="103537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" b="1">
                <a:latin typeface="微软雅黑" panose="020B0503020204020204" pitchFamily="34" charset="-122"/>
                <a:ea typeface="微软雅黑" panose="020B0503020204020204" pitchFamily="34" charset="-122"/>
              </a:rPr>
              <a:t>Wind Speed</a:t>
            </a:r>
            <a:endParaRPr lang="zh-CN" altLang="en-US" sz="7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F2071D-AE2F-4D8F-DB1B-941F17E76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352" t="13433" r="23889" b="17893"/>
          <a:stretch>
            <a:fillRect/>
          </a:stretch>
        </p:blipFill>
        <p:spPr>
          <a:xfrm>
            <a:off x="1997075" y="5362574"/>
            <a:ext cx="2863850" cy="146685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5263393-75B5-A362-B1F8-BED48F813518}"/>
              </a:ext>
            </a:extLst>
          </p:cNvPr>
          <p:cNvCxnSpPr>
            <a:cxnSpLocks/>
            <a:endCxn id="41" idx="6"/>
          </p:cNvCxnSpPr>
          <p:nvPr/>
        </p:nvCxnSpPr>
        <p:spPr>
          <a:xfrm>
            <a:off x="2380458" y="6150768"/>
            <a:ext cx="2425697" cy="0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7B4F63C-8A4B-FFCC-07C5-92A5D98E8430}"/>
              </a:ext>
            </a:extLst>
          </p:cNvPr>
          <p:cNvSpPr/>
          <p:nvPr/>
        </p:nvSpPr>
        <p:spPr>
          <a:xfrm flipV="1">
            <a:off x="1997075" y="6488112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DF4AD56-DB98-8D97-231A-3B0BE7AFE26D}"/>
              </a:ext>
            </a:extLst>
          </p:cNvPr>
          <p:cNvSpPr/>
          <p:nvPr/>
        </p:nvSpPr>
        <p:spPr>
          <a:xfrm flipV="1">
            <a:off x="2028032" y="6242048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CF8AF6-20AC-3524-82EF-91B0497DD7F1}"/>
              </a:ext>
            </a:extLst>
          </p:cNvPr>
          <p:cNvSpPr/>
          <p:nvPr/>
        </p:nvSpPr>
        <p:spPr>
          <a:xfrm flipV="1">
            <a:off x="2036330" y="5995984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806A07E-1E5F-6C0E-62F2-2B059FBAE863}"/>
              </a:ext>
            </a:extLst>
          </p:cNvPr>
          <p:cNvSpPr/>
          <p:nvPr/>
        </p:nvSpPr>
        <p:spPr>
          <a:xfrm flipV="1">
            <a:off x="2047262" y="5876126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8B40DCF-CA33-00F6-4A4A-A6006F68B7B9}"/>
              </a:ext>
            </a:extLst>
          </p:cNvPr>
          <p:cNvSpPr/>
          <p:nvPr/>
        </p:nvSpPr>
        <p:spPr>
          <a:xfrm flipV="1">
            <a:off x="2005806" y="6365080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8B3CD29-B7D8-95A1-7D1C-EE40D8CD12ED}"/>
              </a:ext>
            </a:extLst>
          </p:cNvPr>
          <p:cNvSpPr/>
          <p:nvPr/>
        </p:nvSpPr>
        <p:spPr>
          <a:xfrm flipV="1">
            <a:off x="2028032" y="6119016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964EACA-8828-2455-66D2-48813BF1B460}"/>
              </a:ext>
            </a:extLst>
          </p:cNvPr>
          <p:cNvSpPr/>
          <p:nvPr/>
        </p:nvSpPr>
        <p:spPr>
          <a:xfrm flipV="1">
            <a:off x="2072449" y="5759841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C075998-3115-51B6-C87C-E3221E2DA6CE}"/>
              </a:ext>
            </a:extLst>
          </p:cNvPr>
          <p:cNvSpPr/>
          <p:nvPr/>
        </p:nvSpPr>
        <p:spPr>
          <a:xfrm flipV="1">
            <a:off x="2112530" y="5644732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6B8DF37-8A73-D35B-FDB7-60CEFFA707D0}"/>
              </a:ext>
            </a:extLst>
          </p:cNvPr>
          <p:cNvSpPr/>
          <p:nvPr/>
        </p:nvSpPr>
        <p:spPr>
          <a:xfrm flipV="1">
            <a:off x="2228420" y="5650303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5B88312-671D-7F1D-192F-BD65BCF04632}"/>
              </a:ext>
            </a:extLst>
          </p:cNvPr>
          <p:cNvSpPr/>
          <p:nvPr/>
        </p:nvSpPr>
        <p:spPr>
          <a:xfrm flipV="1">
            <a:off x="2270920" y="5894768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3DC5606-6EA4-6FF8-F838-577E9448668F}"/>
              </a:ext>
            </a:extLst>
          </p:cNvPr>
          <p:cNvSpPr/>
          <p:nvPr/>
        </p:nvSpPr>
        <p:spPr>
          <a:xfrm flipV="1">
            <a:off x="2380458" y="6095999"/>
            <a:ext cx="109538" cy="1095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E61C75F-4930-88D1-E640-7779E6F1B60E}"/>
              </a:ext>
            </a:extLst>
          </p:cNvPr>
          <p:cNvSpPr/>
          <p:nvPr/>
        </p:nvSpPr>
        <p:spPr>
          <a:xfrm flipV="1">
            <a:off x="2974180" y="6095999"/>
            <a:ext cx="109538" cy="1095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65EC14E-0A22-3EF4-1814-E3558EDC4E74}"/>
              </a:ext>
            </a:extLst>
          </p:cNvPr>
          <p:cNvSpPr/>
          <p:nvPr/>
        </p:nvSpPr>
        <p:spPr>
          <a:xfrm flipV="1">
            <a:off x="3567902" y="6095999"/>
            <a:ext cx="109538" cy="1095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FE1B524E-508F-A97B-D752-940C3B3AA2D9}"/>
              </a:ext>
            </a:extLst>
          </p:cNvPr>
          <p:cNvSpPr/>
          <p:nvPr/>
        </p:nvSpPr>
        <p:spPr>
          <a:xfrm flipV="1">
            <a:off x="4159644" y="6095999"/>
            <a:ext cx="109538" cy="1095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6C2E28C8-C573-381B-2C9F-4FBFD423C1CE}"/>
              </a:ext>
            </a:extLst>
          </p:cNvPr>
          <p:cNvSpPr/>
          <p:nvPr/>
        </p:nvSpPr>
        <p:spPr>
          <a:xfrm flipV="1">
            <a:off x="4696617" y="6095999"/>
            <a:ext cx="109538" cy="1095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2F504B8-BAB2-BB90-C51D-7CFD8CE587A1}"/>
              </a:ext>
            </a:extLst>
          </p:cNvPr>
          <p:cNvSpPr txBox="1"/>
          <p:nvPr/>
        </p:nvSpPr>
        <p:spPr>
          <a:xfrm>
            <a:off x="2005127" y="5380990"/>
            <a:ext cx="4363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endParaRPr lang="zh-CN" altLang="en-US" sz="700" b="1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36A31BE-6EEF-58C8-978F-3AFB507A6D1F}"/>
              </a:ext>
            </a:extLst>
          </p:cNvPr>
          <p:cNvCxnSpPr>
            <a:cxnSpLocks/>
          </p:cNvCxnSpPr>
          <p:nvPr/>
        </p:nvCxnSpPr>
        <p:spPr>
          <a:xfrm>
            <a:off x="2028032" y="5578313"/>
            <a:ext cx="407195" cy="0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FE9DAB74-CA53-8ACD-3834-41EE762D2D81}"/>
              </a:ext>
            </a:extLst>
          </p:cNvPr>
          <p:cNvSpPr txBox="1"/>
          <p:nvPr/>
        </p:nvSpPr>
        <p:spPr>
          <a:xfrm>
            <a:off x="3224287" y="6165025"/>
            <a:ext cx="5276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Phase</a:t>
            </a:r>
            <a:endParaRPr lang="zh-CN" altLang="en-US" sz="7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3D00829-D82C-AB12-8687-09B77BCF2EC2}"/>
              </a:ext>
            </a:extLst>
          </p:cNvPr>
          <p:cNvCxnSpPr/>
          <p:nvPr/>
        </p:nvCxnSpPr>
        <p:spPr>
          <a:xfrm flipV="1">
            <a:off x="2511427" y="5362574"/>
            <a:ext cx="0" cy="146685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92D1AEB-5CBB-D1DD-B431-20C644DCC257}"/>
              </a:ext>
            </a:extLst>
          </p:cNvPr>
          <p:cNvCxnSpPr/>
          <p:nvPr/>
        </p:nvCxnSpPr>
        <p:spPr>
          <a:xfrm flipV="1">
            <a:off x="3083718" y="5362574"/>
            <a:ext cx="0" cy="146685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53B9802-CA50-EC2F-A902-655EB283AC5A}"/>
              </a:ext>
            </a:extLst>
          </p:cNvPr>
          <p:cNvCxnSpPr/>
          <p:nvPr/>
        </p:nvCxnSpPr>
        <p:spPr>
          <a:xfrm flipV="1">
            <a:off x="3719434" y="5362574"/>
            <a:ext cx="0" cy="146685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B9366E6-2A43-7B4A-C25C-024963ED5BFD}"/>
              </a:ext>
            </a:extLst>
          </p:cNvPr>
          <p:cNvCxnSpPr/>
          <p:nvPr/>
        </p:nvCxnSpPr>
        <p:spPr>
          <a:xfrm flipV="1">
            <a:off x="4298078" y="5362574"/>
            <a:ext cx="0" cy="146685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5123069B-8017-2A3F-8020-D68A2A3B2FC3}"/>
              </a:ext>
            </a:extLst>
          </p:cNvPr>
          <p:cNvSpPr/>
          <p:nvPr/>
        </p:nvSpPr>
        <p:spPr>
          <a:xfrm flipV="1">
            <a:off x="2244649" y="5772535"/>
            <a:ext cx="109538" cy="10953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66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3666</TotalTime>
  <Words>182</Words>
  <Application>Microsoft Office PowerPoint</Application>
  <PresentationFormat>宽屏</PresentationFormat>
  <Paragraphs>102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 Rui</dc:creator>
  <cp:lastModifiedBy>Zhou Rui</cp:lastModifiedBy>
  <cp:revision>34</cp:revision>
  <dcterms:created xsi:type="dcterms:W3CDTF">2026-07-31T06:49:54Z</dcterms:created>
  <dcterms:modified xsi:type="dcterms:W3CDTF">2026-08-09T09:10:15Z</dcterms:modified>
</cp:coreProperties>
</file>